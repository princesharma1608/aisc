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ince Sharma" userId="a09d03dd464f550d" providerId="LiveId" clId="{64F9E134-C0FF-4A2D-803A-57A6836E3A31}"/>
    <pc:docChg chg="custSel modSld">
      <pc:chgData name="Prince Sharma" userId="a09d03dd464f550d" providerId="LiveId" clId="{64F9E134-C0FF-4A2D-803A-57A6836E3A31}" dt="2026-10-28T17:38:15.722" v="44" actId="20577"/>
      <pc:docMkLst>
        <pc:docMk/>
      </pc:docMkLst>
      <pc:sldChg chg="modSp mod">
        <pc:chgData name="Prince Sharma" userId="a09d03dd464f550d" providerId="LiveId" clId="{64F9E134-C0FF-4A2D-803A-57A6836E3A31}" dt="2026-10-28T17:38:15.722" v="44" actId="20577"/>
        <pc:sldMkLst>
          <pc:docMk/>
          <pc:sldMk cId="1292862621" sldId="256"/>
        </pc:sldMkLst>
        <pc:spChg chg="mod">
          <ac:chgData name="Prince Sharma" userId="a09d03dd464f550d" providerId="LiveId" clId="{64F9E134-C0FF-4A2D-803A-57A6836E3A31}" dt="2026-10-28T17:38:15.722" v="44" actId="20577"/>
          <ac:spMkLst>
            <pc:docMk/>
            <pc:sldMk cId="1292862621" sldId="256"/>
            <ac:spMk id="4" creationId="{F70791B9-A4A5-4368-9766-91F65005AD85}"/>
          </ac:spMkLst>
        </pc:spChg>
      </pc:sldChg>
    </pc:docChg>
  </pc:docChgLst>
</pc:chgInfo>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barChart>
        <c:barDir val="bar"/>
        <c:grouping val="clustered"/>
        <c:varyColors val="0"/>
        <c:ser>
          <c:idx val="0"/>
          <c:order val="0"/>
          <c:tx>
            <c:v>Evaluated leaves</c:v>
          </c:tx>
          <c:spPr>
            <a:solidFill>
              <a:srgbClr val="5BB1FF"/>
            </a:solidFill>
          </c:spPr>
          <c:invertIfNegative val="0"/>
          <c:dPt>
            <c:idx val="0"/>
            <c:invertIfNegative val="0"/>
            <c:bubble3D val="0"/>
            <c:extLst>
              <c:ext xmlns:c16="http://schemas.microsoft.com/office/drawing/2014/chart" uri="{C3380CC4-5D6E-409C-BE32-E72D297353CC}">
                <c16:uniqueId val="{00000001-1AEB-4320-9116-1B9B44C8B7A0}"/>
              </c:ext>
            </c:extLst>
          </c:dPt>
          <c:dPt>
            <c:idx val="1"/>
            <c:invertIfNegative val="0"/>
            <c:bubble3D val="0"/>
            <c:spPr>
              <a:solidFill>
                <a:srgbClr val="41CF94"/>
              </a:solidFill>
            </c:spPr>
            <c:extLst>
              <c:ext xmlns:c16="http://schemas.microsoft.com/office/drawing/2014/chart" uri="{C3380CC4-5D6E-409C-BE32-E72D297353CC}">
                <c16:uniqueId val="{00000003-1AEB-4320-9116-1B9B44C8B7A0}"/>
              </c:ext>
            </c:extLst>
          </c:dPt>
          <c:dLbls>
            <c:spPr>
              <a:noFill/>
              <a:ln>
                <a:noFill/>
              </a:ln>
              <a:effectLst/>
            </c:spPr>
            <c:txPr>
              <a:bodyPr anchorCtr="1"/>
              <a:lstStyle/>
              <a:p>
                <a:pPr>
                  <a:defRPr sz="1500" b="1">
                    <a:solidFill>
                      <a:srgbClr val="F0F4FA"/>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Plain Minimax</c:v>
                </c:pt>
                <c:pt idx="1">
                  <c:v>Alpha-Beta</c:v>
                </c:pt>
              </c:strCache>
            </c:strRef>
          </c:cat>
          <c:val>
            <c:numRef>
              <c:f>'Chart Data'!$B$2:$B$3</c:f>
              <c:numCache>
                <c:formatCode>General</c:formatCode>
                <c:ptCount val="2"/>
                <c:pt idx="0">
                  <c:v>12247</c:v>
                </c:pt>
                <c:pt idx="1">
                  <c:v>782</c:v>
                </c:pt>
              </c:numCache>
            </c:numRef>
          </c:val>
          <c:extLst>
            <c:ext xmlns:c16="http://schemas.microsoft.com/office/drawing/2014/chart" uri="{C3380CC4-5D6E-409C-BE32-E72D297353CC}">
              <c16:uniqueId val="{00000004-1AEB-4320-9116-1B9B44C8B7A0}"/>
            </c:ext>
          </c:extLst>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l"/>
        <c:majorGridlines>
          <c:spPr>
            <a:ln w="9525">
              <a:solidFill>
                <a:srgbClr val="293445"/>
              </a:solidFill>
              <a:prstDash val="solid"/>
            </a:ln>
          </c:spPr>
        </c:majorGridlines>
        <c:numFmt formatCode="General" sourceLinked="1"/>
        <c:majorTickMark val="none"/>
        <c:minorTickMark val="none"/>
        <c:tickLblPos val="nextTo"/>
        <c:spPr>
          <a:ln w="9525">
            <a:solidFill>
              <a:srgbClr val="48586F"/>
            </a:solidFill>
            <a:prstDash val="solid"/>
          </a:ln>
        </c:spPr>
        <c:txPr>
          <a:bodyPr anchorCtr="1"/>
          <a:lstStyle/>
          <a:p>
            <a:pPr>
              <a:defRPr sz="1200">
                <a:solidFill>
                  <a:srgbClr val="AFBBCB"/>
                </a:solidFill>
              </a:defRPr>
            </a:pPr>
            <a:endParaRPr lang="en-US"/>
          </a:p>
        </c:txPr>
        <c:crossAx val="48672768"/>
        <c:crosses val="autoZero"/>
        <c:auto val="1"/>
        <c:lblAlgn val="ctr"/>
        <c:lblOffset val="100"/>
        <c:noMultiLvlLbl val="1"/>
      </c:catAx>
      <c:valAx>
        <c:axId val="48672768"/>
        <c:scaling>
          <c:orientation val="minMax"/>
        </c:scaling>
        <c:delete val="0"/>
        <c:axPos val="b"/>
        <c:numFmt formatCode="General" sourceLinked="1"/>
        <c:majorTickMark val="none"/>
        <c:minorTickMark val="none"/>
        <c:tickLblPos val="nextTo"/>
        <c:spPr>
          <a:ln w="0">
            <a:noFill/>
            <a:prstDash val="solid"/>
          </a:ln>
        </c:spPr>
        <c:txPr>
          <a:bodyPr anchorCtr="1"/>
          <a:lstStyle/>
          <a:p>
            <a:pPr>
              <a:defRPr sz="1500" b="1">
                <a:solidFill>
                  <a:srgbClr val="F0F4FA"/>
                </a:solidFill>
              </a:defRPr>
            </a:pPr>
            <a:endParaRPr lang="en-US"/>
          </a:p>
        </c:txPr>
        <c:crossAx val="48650112"/>
        <c:crosses val="autoZero"/>
        <c:crossBetween val="between"/>
      </c:valAx>
      <c:spPr>
        <a:solidFill>
          <a:srgbClr val="0F131D"/>
        </a:solidFill>
        <a:ln w="0">
          <a:noFill/>
          <a:prstDash val="solid"/>
        </a:ln>
      </c:spPr>
    </c:plotArea>
    <c:plotVisOnly val="1"/>
    <c:dispBlanksAs val="zero"/>
    <c:showDLblsOverMax val="1"/>
  </c:chart>
  <c:spPr>
    <a:solidFill>
      <a:srgbClr val="0F131D"/>
    </a:solidFill>
    <a:ln w="0">
      <a:noFill/>
      <a:prstDash val="solid"/>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Chess Arena as a Python desktop application that makes chess search visible. The dashboard image is captured from the current application after comparing both algorithms at depth 3. Sources: readMe.md, main.py, comparison_ai.py.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Frame the engineering question. The comparison uses the same position, depth, evaluation function, and move ordering for Minimax and Alpha-Beta. The project is a teaching and visualization tool, rather than a claim about playing strength. Source: readMe.md and comparison_ai.py.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through the data path: Pygame receives controls and draws boards, python-chess validates and applies moves, custom search powers comparisons and the optional Minimax move, and the bundled Stockfish engine replies in Play with AI. Source: main.py, game_logic.py, ai.py, comparison_ai.py.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that each leaf is a position at the depth limit or a terminal position. The numbers in the diagram are illustrative. White selects the largest branch value; Black selects the smallest reply value. The code evaluates positions from White’s perspective. Source: comparison_ai.py.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the example to explain a cutoff. MAX already has an alternative worth 5. In the MIN branch, finding a reply worth 3 means that branch can never beat MAX’s existing option. Alpha-Beta records the cutoff and skips the remaining legal replies. The pruning changes work, not the Minimax result. Source: comparison_ai.py.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actual counters from one run of run_comparison at depth 3 on the application’s default FEN: 8/5pk1/6p1/2r5/3R4/5P2/5KPP/8 w - - 0 35. Both chose h4 with a score of +121 centipawns. Minimax evaluated 12,247 leaves; Alpha-Beta evaluated 782, a 93.61% reduction. Alpha-Beta recorded 1,738 skipped moves. Wall-clock times were 4.471 seconds and 0.377 seconds in this run; the application and slide label these as machine-dependent. Source: comparison_ai.py and main.py.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screenshot was captured from the running Pygame app while both Minimax and Alpha-Beta search workers were active. Each panel shows its own cursor board and current counters. After both searches finish with matching scores, the shared game advances with Minimax’s selected move. Source: main.py.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Describe both routes for White’s move. Manual moves are validated through python-chess and trigger a Stockfish response. Pressing Space starts the project’s own Minimax search; the right panel lists the top ten candidates after scoring, marks the best move as CHOSEN, pauses briefly, and applies it. Source: main.py, game_logic.py, ai.py, comparison_ai.py.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Summarize what has been tested and describe reasonable next steps as future work, not as completed features. The custom search is limited to depth 4 and uses a simple hand-coded evaluation. Search time depends on hardware and position. Sources: test_comparison.py, test_game.py, test_ai.py, comparison_ai.py.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C8CE8C33-7A58-4154-B7D5-A068BDA45CF5}"/>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0F854A1F-64C9-4859-8DBA-DD958C6AB3F9}"/>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0BEDBCE6-DC38-46C3-952C-EFC0F9B76347}"/>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6751F9C4-10D2-452C-BA18-BD0EF78E813D}"/>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158ADEC6-5079-4B97-B2C7-BB8D62972BA0}"/>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52BD4FF5-8464-42E6-8CD8-88914B7F72F4}"/>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03AABD54-E351-47B4-AAEC-A9CBF76585D5}"/>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24248119-5994-45D6-ADB9-4C9540B6E7A8}"/>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A4FF0FF0-0068-4AF7-B3DF-5C4D00C1B5A7}"/>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06443577-5964-4A5D-8E10-1F6C2EA643C0}"/>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31D"/>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47CB500-25D0-4C7D-9CAD-6D373C704EB9}"/>
              </a:ext>
            </a:extLst>
          </p:cNvPr>
          <p:cNvSpPr>
            <a:spLocks noGrp="1"/>
          </p:cNvSpPr>
          <p:nvPr/>
        </p:nvSpPr>
        <p:spPr>
          <a:xfrm>
            <a:off x="666750" y="904875"/>
            <a:ext cx="4762500" cy="838200"/>
          </a:xfrm>
          <a:prstGeom prst="rect">
            <a:avLst/>
          </a:prstGeom>
          <a:noFill/>
          <a:ln w="0">
            <a:noFill/>
            <a:prstDash val="solid"/>
          </a:ln>
        </p:spPr>
        <p:txBody>
          <a:bodyPr wrap="square" lIns="0" tIns="0" rIns="0" bIns="0" anchor="t">
            <a:normAutofit fontScale="94307"/>
          </a:bodyPr>
          <a:lstStyle>
            <a:defPPr algn="l">
              <a:defRPr sz="5400" b="1">
                <a:solidFill>
                  <a:srgbClr val="F0F4FA"/>
                </a:solidFill>
                <a:latin typeface="Arial"/>
                <a:ea typeface="Arial"/>
                <a:cs typeface="Arial"/>
              </a:defRPr>
            </a:defPPr>
            <a:lvl1pPr algn="l">
              <a:buNone/>
              <a:defRPr sz="5400" b="1">
                <a:solidFill>
                  <a:srgbClr val="F0F4FA"/>
                </a:solidFill>
                <a:latin typeface="Arial"/>
                <a:ea typeface="Arial"/>
                <a:cs typeface="Arial"/>
              </a:defRPr>
            </a:lvl1pPr>
            <a:lvl2pPr algn="l">
              <a:buNone/>
              <a:defRPr sz="5400" b="1">
                <a:solidFill>
                  <a:srgbClr val="F0F4FA"/>
                </a:solidFill>
                <a:latin typeface="Arial"/>
                <a:ea typeface="Arial"/>
                <a:cs typeface="Arial"/>
              </a:defRPr>
            </a:lvl2pPr>
            <a:lvl3pPr algn="l">
              <a:buNone/>
              <a:defRPr sz="5400" b="1">
                <a:solidFill>
                  <a:srgbClr val="F0F4FA"/>
                </a:solidFill>
                <a:latin typeface="Arial"/>
                <a:ea typeface="Arial"/>
                <a:cs typeface="Arial"/>
              </a:defRPr>
            </a:lvl3pPr>
            <a:lvl4pPr algn="l">
              <a:buNone/>
              <a:defRPr sz="5400" b="1">
                <a:solidFill>
                  <a:srgbClr val="F0F4FA"/>
                </a:solidFill>
                <a:latin typeface="Arial"/>
                <a:ea typeface="Arial"/>
                <a:cs typeface="Arial"/>
              </a:defRPr>
            </a:lvl4pPr>
            <a:lvl5pPr algn="l">
              <a:buNone/>
              <a:defRPr sz="5400" b="1">
                <a:solidFill>
                  <a:srgbClr val="F0F4FA"/>
                </a:solidFill>
                <a:latin typeface="Arial"/>
                <a:ea typeface="Arial"/>
                <a:cs typeface="Arial"/>
              </a:defRPr>
            </a:lvl5pPr>
            <a:lvl6pPr algn="l">
              <a:buNone/>
              <a:defRPr sz="5400" b="1">
                <a:solidFill>
                  <a:srgbClr val="F0F4FA"/>
                </a:solidFill>
                <a:latin typeface="Arial"/>
                <a:ea typeface="Arial"/>
                <a:cs typeface="Arial"/>
              </a:defRPr>
            </a:lvl6pPr>
            <a:lvl7pPr algn="l">
              <a:buNone/>
              <a:defRPr sz="5400" b="1">
                <a:solidFill>
                  <a:srgbClr val="F0F4FA"/>
                </a:solidFill>
                <a:latin typeface="Arial"/>
                <a:ea typeface="Arial"/>
                <a:cs typeface="Arial"/>
              </a:defRPr>
            </a:lvl7pPr>
            <a:lvl8pPr algn="l">
              <a:buNone/>
              <a:defRPr sz="5400" b="1">
                <a:solidFill>
                  <a:srgbClr val="F0F4FA"/>
                </a:solidFill>
                <a:latin typeface="Arial"/>
                <a:ea typeface="Arial"/>
                <a:cs typeface="Arial"/>
              </a:defRPr>
            </a:lvl8pPr>
            <a:lvl9pPr algn="l">
              <a:buNone/>
              <a:defRPr sz="5400" b="1">
                <a:solidFill>
                  <a:srgbClr val="F0F4FA"/>
                </a:solidFill>
                <a:latin typeface="Arial"/>
                <a:ea typeface="Arial"/>
                <a:cs typeface="Arial"/>
              </a:defRPr>
            </a:lvl9pPr>
          </a:lstStyle>
          <a:p>
            <a:pPr algn="l">
              <a:lnSpc>
                <a:spcPct val="108000"/>
              </a:lnSpc>
              <a:buNone/>
              <a:defRPr sz="5400" b="1">
                <a:solidFill>
                  <a:srgbClr val="F0F4FA"/>
                </a:solidFill>
                <a:latin typeface="Arial"/>
                <a:ea typeface="Arial"/>
                <a:cs typeface="Arial"/>
              </a:defRPr>
            </a:pPr>
            <a:r>
              <a:rPr sz="5400" b="1">
                <a:solidFill>
                  <a:srgbClr val="F0F4FA"/>
                </a:solidFill>
                <a:latin typeface="Arial"/>
                <a:ea typeface="Arial"/>
                <a:cs typeface="Arial"/>
              </a:rPr>
              <a:t>CHESS ARENA</a:t>
            </a:r>
          </a:p>
        </p:txBody>
      </p:sp>
      <p:sp>
        <p:nvSpPr>
          <p:cNvPr id="2" name="Rectangle 1">
            <a:extLst>
              <a:ext uri="{FF2B5EF4-FFF2-40B4-BE49-F238E27FC236}">
                <a16:creationId xmlns:a16="http://schemas.microsoft.com/office/drawing/2014/main" id="{4FBDC5BD-5DD5-49A9-8115-C685191C06E8}"/>
              </a:ext>
            </a:extLst>
          </p:cNvPr>
          <p:cNvSpPr>
            <a:spLocks noGrp="1"/>
          </p:cNvSpPr>
          <p:nvPr/>
        </p:nvSpPr>
        <p:spPr>
          <a:xfrm>
            <a:off x="704850" y="1847850"/>
            <a:ext cx="4762500" cy="685800"/>
          </a:xfrm>
          <a:prstGeom prst="rect">
            <a:avLst/>
          </a:prstGeom>
          <a:noFill/>
          <a:ln w="0">
            <a:noFill/>
            <a:prstDash val="solid"/>
          </a:ln>
        </p:spPr>
        <p:txBody>
          <a:bodyPr wrap="square" lIns="0" tIns="0" rIns="0" bIns="0" anchor="t">
            <a:normAutofit fontScale="89606"/>
          </a:bodyPr>
          <a:lstStyle>
            <a:defPPr algn="l">
              <a:defRPr sz="2325" b="0">
                <a:solidFill>
                  <a:srgbClr val="AFBBCB"/>
                </a:solidFill>
                <a:latin typeface="Arial"/>
                <a:ea typeface="Arial"/>
                <a:cs typeface="Arial"/>
              </a:defRPr>
            </a:defPPr>
            <a:lvl1pPr algn="l">
              <a:buNone/>
              <a:defRPr sz="2325" b="0">
                <a:solidFill>
                  <a:srgbClr val="AFBBCB"/>
                </a:solidFill>
                <a:latin typeface="Arial"/>
                <a:ea typeface="Arial"/>
                <a:cs typeface="Arial"/>
              </a:defRPr>
            </a:lvl1pPr>
            <a:lvl2pPr algn="l">
              <a:buNone/>
              <a:defRPr sz="2325" b="0">
                <a:solidFill>
                  <a:srgbClr val="AFBBCB"/>
                </a:solidFill>
                <a:latin typeface="Arial"/>
                <a:ea typeface="Arial"/>
                <a:cs typeface="Arial"/>
              </a:defRPr>
            </a:lvl2pPr>
            <a:lvl3pPr algn="l">
              <a:buNone/>
              <a:defRPr sz="2325" b="0">
                <a:solidFill>
                  <a:srgbClr val="AFBBCB"/>
                </a:solidFill>
                <a:latin typeface="Arial"/>
                <a:ea typeface="Arial"/>
                <a:cs typeface="Arial"/>
              </a:defRPr>
            </a:lvl3pPr>
            <a:lvl4pPr algn="l">
              <a:buNone/>
              <a:defRPr sz="2325" b="0">
                <a:solidFill>
                  <a:srgbClr val="AFBBCB"/>
                </a:solidFill>
                <a:latin typeface="Arial"/>
                <a:ea typeface="Arial"/>
                <a:cs typeface="Arial"/>
              </a:defRPr>
            </a:lvl4pPr>
            <a:lvl5pPr algn="l">
              <a:buNone/>
              <a:defRPr sz="2325" b="0">
                <a:solidFill>
                  <a:srgbClr val="AFBBCB"/>
                </a:solidFill>
                <a:latin typeface="Arial"/>
                <a:ea typeface="Arial"/>
                <a:cs typeface="Arial"/>
              </a:defRPr>
            </a:lvl5pPr>
            <a:lvl6pPr algn="l">
              <a:buNone/>
              <a:defRPr sz="2325" b="0">
                <a:solidFill>
                  <a:srgbClr val="AFBBCB"/>
                </a:solidFill>
                <a:latin typeface="Arial"/>
                <a:ea typeface="Arial"/>
                <a:cs typeface="Arial"/>
              </a:defRPr>
            </a:lvl6pPr>
            <a:lvl7pPr algn="l">
              <a:buNone/>
              <a:defRPr sz="2325" b="0">
                <a:solidFill>
                  <a:srgbClr val="AFBBCB"/>
                </a:solidFill>
                <a:latin typeface="Arial"/>
                <a:ea typeface="Arial"/>
                <a:cs typeface="Arial"/>
              </a:defRPr>
            </a:lvl7pPr>
            <a:lvl8pPr algn="l">
              <a:buNone/>
              <a:defRPr sz="2325" b="0">
                <a:solidFill>
                  <a:srgbClr val="AFBBCB"/>
                </a:solidFill>
                <a:latin typeface="Arial"/>
                <a:ea typeface="Arial"/>
                <a:cs typeface="Arial"/>
              </a:defRPr>
            </a:lvl8pPr>
            <a:lvl9pPr algn="l">
              <a:buNone/>
              <a:defRPr sz="2325" b="0">
                <a:solidFill>
                  <a:srgbClr val="AFBBCB"/>
                </a:solidFill>
                <a:latin typeface="Arial"/>
                <a:ea typeface="Arial"/>
                <a:cs typeface="Arial"/>
              </a:defRPr>
            </a:lvl9pPr>
          </a:lstStyle>
          <a:p>
            <a:pPr algn="l">
              <a:lnSpc>
                <a:spcPct val="108000"/>
              </a:lnSpc>
              <a:buNone/>
              <a:defRPr sz="2325" b="0">
                <a:solidFill>
                  <a:srgbClr val="AFBBCB"/>
                </a:solidFill>
                <a:latin typeface="Arial"/>
                <a:ea typeface="Arial"/>
                <a:cs typeface="Arial"/>
              </a:defRPr>
            </a:pPr>
            <a:r>
              <a:rPr sz="2325" b="0">
                <a:solidFill>
                  <a:srgbClr val="AFBBCB"/>
                </a:solidFill>
                <a:latin typeface="Arial"/>
                <a:ea typeface="Arial"/>
                <a:cs typeface="Arial"/>
              </a:rPr>
              <a:t>Python chess AI and search visualization</a:t>
            </a:r>
          </a:p>
        </p:txBody>
      </p:sp>
      <p:sp>
        <p:nvSpPr>
          <p:cNvPr id="3" name="Rectangle 2">
            <a:extLst>
              <a:ext uri="{FF2B5EF4-FFF2-40B4-BE49-F238E27FC236}">
                <a16:creationId xmlns:a16="http://schemas.microsoft.com/office/drawing/2014/main" id="{B1AEFE9B-5A61-4075-8209-581D860277EF}"/>
              </a:ext>
            </a:extLst>
          </p:cNvPr>
          <p:cNvSpPr>
            <a:spLocks noGrp="1"/>
          </p:cNvSpPr>
          <p:nvPr/>
        </p:nvSpPr>
        <p:spPr>
          <a:xfrm>
            <a:off x="704850" y="2800350"/>
            <a:ext cx="4714875" cy="685800"/>
          </a:xfrm>
          <a:prstGeom prst="rect">
            <a:avLst/>
          </a:prstGeom>
          <a:noFill/>
          <a:ln w="0">
            <a:noFill/>
            <a:prstDash val="solid"/>
          </a:ln>
        </p:spPr>
        <p:txBody>
          <a:bodyPr wrap="square" lIns="0" tIns="0" rIns="0" bIns="0" anchor="t">
            <a:normAutofit/>
          </a:bodyPr>
          <a:lstStyle>
            <a:defPPr algn="l">
              <a:defRPr sz="1800" b="0">
                <a:solidFill>
                  <a:srgbClr val="F0F4FA"/>
                </a:solidFill>
                <a:latin typeface="Arial"/>
                <a:ea typeface="Arial"/>
                <a:cs typeface="Arial"/>
              </a:defRPr>
            </a:defPPr>
            <a:lvl1pPr algn="l">
              <a:buNone/>
              <a:defRPr sz="1800" b="0">
                <a:solidFill>
                  <a:srgbClr val="F0F4FA"/>
                </a:solidFill>
                <a:latin typeface="Arial"/>
                <a:ea typeface="Arial"/>
                <a:cs typeface="Arial"/>
              </a:defRPr>
            </a:lvl1pPr>
            <a:lvl2pPr algn="l">
              <a:buNone/>
              <a:defRPr sz="1800" b="0">
                <a:solidFill>
                  <a:srgbClr val="F0F4FA"/>
                </a:solidFill>
                <a:latin typeface="Arial"/>
                <a:ea typeface="Arial"/>
                <a:cs typeface="Arial"/>
              </a:defRPr>
            </a:lvl2pPr>
            <a:lvl3pPr algn="l">
              <a:buNone/>
              <a:defRPr sz="1800" b="0">
                <a:solidFill>
                  <a:srgbClr val="F0F4FA"/>
                </a:solidFill>
                <a:latin typeface="Arial"/>
                <a:ea typeface="Arial"/>
                <a:cs typeface="Arial"/>
              </a:defRPr>
            </a:lvl3pPr>
            <a:lvl4pPr algn="l">
              <a:buNone/>
              <a:defRPr sz="1800" b="0">
                <a:solidFill>
                  <a:srgbClr val="F0F4FA"/>
                </a:solidFill>
                <a:latin typeface="Arial"/>
                <a:ea typeface="Arial"/>
                <a:cs typeface="Arial"/>
              </a:defRPr>
            </a:lvl4pPr>
            <a:lvl5pPr algn="l">
              <a:buNone/>
              <a:defRPr sz="1800" b="0">
                <a:solidFill>
                  <a:srgbClr val="F0F4FA"/>
                </a:solidFill>
                <a:latin typeface="Arial"/>
                <a:ea typeface="Arial"/>
                <a:cs typeface="Arial"/>
              </a:defRPr>
            </a:lvl5pPr>
            <a:lvl6pPr algn="l">
              <a:buNone/>
              <a:defRPr sz="1800" b="0">
                <a:solidFill>
                  <a:srgbClr val="F0F4FA"/>
                </a:solidFill>
                <a:latin typeface="Arial"/>
                <a:ea typeface="Arial"/>
                <a:cs typeface="Arial"/>
              </a:defRPr>
            </a:lvl6pPr>
            <a:lvl7pPr algn="l">
              <a:buNone/>
              <a:defRPr sz="1800" b="0">
                <a:solidFill>
                  <a:srgbClr val="F0F4FA"/>
                </a:solidFill>
                <a:latin typeface="Arial"/>
                <a:ea typeface="Arial"/>
                <a:cs typeface="Arial"/>
              </a:defRPr>
            </a:lvl7pPr>
            <a:lvl8pPr algn="l">
              <a:buNone/>
              <a:defRPr sz="1800" b="0">
                <a:solidFill>
                  <a:srgbClr val="F0F4FA"/>
                </a:solidFill>
                <a:latin typeface="Arial"/>
                <a:ea typeface="Arial"/>
                <a:cs typeface="Arial"/>
              </a:defRPr>
            </a:lvl8pPr>
            <a:lvl9pPr algn="l">
              <a:buNone/>
              <a:defRPr sz="1800" b="0">
                <a:solidFill>
                  <a:srgbClr val="F0F4FA"/>
                </a:solidFill>
                <a:latin typeface="Arial"/>
                <a:ea typeface="Arial"/>
                <a:cs typeface="Arial"/>
              </a:defRPr>
            </a:lvl9pPr>
          </a:lstStyle>
          <a:p>
            <a:pPr algn="l">
              <a:lnSpc>
                <a:spcPct val="108000"/>
              </a:lnSpc>
              <a:buNone/>
              <a:defRPr sz="1800" b="0">
                <a:solidFill>
                  <a:srgbClr val="F0F4FA"/>
                </a:solidFill>
                <a:latin typeface="Arial"/>
                <a:ea typeface="Arial"/>
                <a:cs typeface="Arial"/>
              </a:defRPr>
            </a:pPr>
            <a:r>
              <a:rPr sz="1800" b="0">
                <a:solidFill>
                  <a:srgbClr val="F0F4FA"/>
                </a:solidFill>
                <a:latin typeface="Arial"/>
                <a:ea typeface="Arial"/>
                <a:cs typeface="Arial"/>
              </a:rPr>
              <a:t>A desktop project comparing Minimax and Alpha-Beta pruning</a:t>
            </a:r>
          </a:p>
        </p:txBody>
      </p:sp>
      <p:sp>
        <p:nvSpPr>
          <p:cNvPr id="4" name="Rectangle 3">
            <a:extLst>
              <a:ext uri="{FF2B5EF4-FFF2-40B4-BE49-F238E27FC236}">
                <a16:creationId xmlns:a16="http://schemas.microsoft.com/office/drawing/2014/main" id="{F70791B9-A4A5-4368-9766-91F65005AD85}"/>
              </a:ext>
            </a:extLst>
          </p:cNvPr>
          <p:cNvSpPr>
            <a:spLocks noGrp="1"/>
          </p:cNvSpPr>
          <p:nvPr/>
        </p:nvSpPr>
        <p:spPr>
          <a:xfrm>
            <a:off x="704850" y="4019551"/>
            <a:ext cx="4004802" cy="1506178"/>
          </a:xfrm>
          <a:prstGeom prst="rect">
            <a:avLst/>
          </a:prstGeom>
          <a:noFill/>
          <a:ln w="0">
            <a:noFill/>
            <a:prstDash val="solid"/>
          </a:ln>
        </p:spPr>
        <p:txBody>
          <a:bodyPr wrap="square" lIns="0" tIns="0" rIns="0" bIns="0" anchor="t">
            <a:normAutofit/>
          </a:bodyPr>
          <a:lstStyle>
            <a:defPPr algn="l">
              <a:defRPr sz="1275" b="1">
                <a:solidFill>
                  <a:srgbClr val="5BB1FF"/>
                </a:solidFill>
                <a:latin typeface="Arial"/>
                <a:ea typeface="Arial"/>
                <a:cs typeface="Arial"/>
              </a:defRPr>
            </a:defPPr>
            <a:lvl1pPr algn="l">
              <a:buNone/>
              <a:defRPr sz="1275" b="1">
                <a:solidFill>
                  <a:srgbClr val="5BB1FF"/>
                </a:solidFill>
                <a:latin typeface="Arial"/>
                <a:ea typeface="Arial"/>
                <a:cs typeface="Arial"/>
              </a:defRPr>
            </a:lvl1pPr>
            <a:lvl2pPr algn="l">
              <a:buNone/>
              <a:defRPr sz="1275" b="1">
                <a:solidFill>
                  <a:srgbClr val="5BB1FF"/>
                </a:solidFill>
                <a:latin typeface="Arial"/>
                <a:ea typeface="Arial"/>
                <a:cs typeface="Arial"/>
              </a:defRPr>
            </a:lvl2pPr>
            <a:lvl3pPr algn="l">
              <a:buNone/>
              <a:defRPr sz="1275" b="1">
                <a:solidFill>
                  <a:srgbClr val="5BB1FF"/>
                </a:solidFill>
                <a:latin typeface="Arial"/>
                <a:ea typeface="Arial"/>
                <a:cs typeface="Arial"/>
              </a:defRPr>
            </a:lvl3pPr>
            <a:lvl4pPr algn="l">
              <a:buNone/>
              <a:defRPr sz="1275" b="1">
                <a:solidFill>
                  <a:srgbClr val="5BB1FF"/>
                </a:solidFill>
                <a:latin typeface="Arial"/>
                <a:ea typeface="Arial"/>
                <a:cs typeface="Arial"/>
              </a:defRPr>
            </a:lvl4pPr>
            <a:lvl5pPr algn="l">
              <a:buNone/>
              <a:defRPr sz="1275" b="1">
                <a:solidFill>
                  <a:srgbClr val="5BB1FF"/>
                </a:solidFill>
                <a:latin typeface="Arial"/>
                <a:ea typeface="Arial"/>
                <a:cs typeface="Arial"/>
              </a:defRPr>
            </a:lvl5pPr>
            <a:lvl6pPr algn="l">
              <a:buNone/>
              <a:defRPr sz="1275" b="1">
                <a:solidFill>
                  <a:srgbClr val="5BB1FF"/>
                </a:solidFill>
                <a:latin typeface="Arial"/>
                <a:ea typeface="Arial"/>
                <a:cs typeface="Arial"/>
              </a:defRPr>
            </a:lvl6pPr>
            <a:lvl7pPr algn="l">
              <a:buNone/>
              <a:defRPr sz="1275" b="1">
                <a:solidFill>
                  <a:srgbClr val="5BB1FF"/>
                </a:solidFill>
                <a:latin typeface="Arial"/>
                <a:ea typeface="Arial"/>
                <a:cs typeface="Arial"/>
              </a:defRPr>
            </a:lvl7pPr>
            <a:lvl8pPr algn="l">
              <a:buNone/>
              <a:defRPr sz="1275" b="1">
                <a:solidFill>
                  <a:srgbClr val="5BB1FF"/>
                </a:solidFill>
                <a:latin typeface="Arial"/>
                <a:ea typeface="Arial"/>
                <a:cs typeface="Arial"/>
              </a:defRPr>
            </a:lvl8pPr>
            <a:lvl9pPr algn="l">
              <a:buNone/>
              <a:defRPr sz="1275" b="1">
                <a:solidFill>
                  <a:srgbClr val="5BB1FF"/>
                </a:solidFill>
                <a:latin typeface="Arial"/>
                <a:ea typeface="Arial"/>
                <a:cs typeface="Arial"/>
              </a:defRPr>
            </a:lvl9pPr>
          </a:lstStyle>
          <a:p>
            <a:pPr algn="l">
              <a:lnSpc>
                <a:spcPct val="108000"/>
              </a:lnSpc>
              <a:buNone/>
              <a:defRPr sz="1275" b="1">
                <a:solidFill>
                  <a:srgbClr val="5BB1FF"/>
                </a:solidFill>
                <a:latin typeface="Arial"/>
                <a:ea typeface="Arial"/>
                <a:cs typeface="Arial"/>
              </a:defRPr>
            </a:pPr>
            <a:r>
              <a:rPr sz="1275" b="1" dirty="0">
                <a:solidFill>
                  <a:srgbClr val="5BB1FF"/>
                </a:solidFill>
                <a:latin typeface="Arial"/>
                <a:ea typeface="Arial"/>
                <a:cs typeface="Arial"/>
              </a:rPr>
              <a:t>PROJECT PRESENTATION</a:t>
            </a:r>
            <a:endParaRPr lang="en-IN" sz="1275" b="1">
              <a:solidFill>
                <a:srgbClr val="5BB1FF"/>
              </a:solidFill>
              <a:latin typeface="Arial"/>
              <a:ea typeface="Arial"/>
              <a:cs typeface="Arial"/>
            </a:endParaRPr>
          </a:p>
          <a:p>
            <a:pPr algn="l">
              <a:lnSpc>
                <a:spcPct val="108000"/>
              </a:lnSpc>
              <a:buNone/>
              <a:defRPr sz="1275" b="1">
                <a:solidFill>
                  <a:srgbClr val="5BB1FF"/>
                </a:solidFill>
                <a:latin typeface="Arial"/>
                <a:ea typeface="Arial"/>
                <a:cs typeface="Arial"/>
              </a:defRPr>
            </a:pPr>
            <a:endParaRPr lang="en-IN" sz="1275" b="1" dirty="0">
              <a:solidFill>
                <a:srgbClr val="5BB1FF"/>
              </a:solidFill>
              <a:latin typeface="Arial"/>
              <a:ea typeface="Arial"/>
              <a:cs typeface="Arial"/>
            </a:endParaRPr>
          </a:p>
          <a:p>
            <a:pPr algn="l">
              <a:lnSpc>
                <a:spcPct val="108000"/>
              </a:lnSpc>
              <a:buNone/>
              <a:defRPr sz="1275" b="1">
                <a:solidFill>
                  <a:srgbClr val="5BB1FF"/>
                </a:solidFill>
                <a:latin typeface="Arial"/>
                <a:ea typeface="Arial"/>
                <a:cs typeface="Arial"/>
              </a:defRPr>
            </a:pPr>
            <a:r>
              <a:rPr lang="en-IN" dirty="0"/>
              <a:t>Made By:</a:t>
            </a:r>
          </a:p>
          <a:p>
            <a:pPr algn="l">
              <a:lnSpc>
                <a:spcPct val="108000"/>
              </a:lnSpc>
              <a:buNone/>
              <a:defRPr sz="1275" b="1">
                <a:solidFill>
                  <a:srgbClr val="5BB1FF"/>
                </a:solidFill>
                <a:latin typeface="Arial"/>
                <a:ea typeface="Arial"/>
                <a:cs typeface="Arial"/>
              </a:defRPr>
            </a:pPr>
            <a:r>
              <a:rPr lang="en-IN" sz="1275" b="1" dirty="0">
                <a:solidFill>
                  <a:srgbClr val="5BB1FF"/>
                </a:solidFill>
                <a:latin typeface="Arial"/>
                <a:ea typeface="Arial"/>
                <a:cs typeface="Arial"/>
              </a:rPr>
              <a:t>Prince Sharma</a:t>
            </a:r>
          </a:p>
          <a:p>
            <a:pPr algn="l">
              <a:lnSpc>
                <a:spcPct val="108000"/>
              </a:lnSpc>
              <a:buNone/>
              <a:defRPr sz="1275" b="1">
                <a:solidFill>
                  <a:srgbClr val="5BB1FF"/>
                </a:solidFill>
                <a:latin typeface="Arial"/>
                <a:ea typeface="Arial"/>
                <a:cs typeface="Arial"/>
              </a:defRPr>
            </a:pPr>
            <a:r>
              <a:rPr lang="en-IN" dirty="0"/>
              <a:t>2427030565</a:t>
            </a:r>
            <a:endParaRPr sz="1275" b="1" dirty="0">
              <a:solidFill>
                <a:srgbClr val="5BB1FF"/>
              </a:solidFill>
              <a:latin typeface="Arial"/>
              <a:ea typeface="Arial"/>
              <a:cs typeface="Arial"/>
            </a:endParaRPr>
          </a:p>
        </p:txBody>
      </p:sp>
      <p:pic>
        <p:nvPicPr>
          <p:cNvPr id="5" name="Picture 4">
            <a:extLst>
              <a:ext uri="{FF2B5EF4-FFF2-40B4-BE49-F238E27FC236}">
                <a16:creationId xmlns:a16="http://schemas.microsoft.com/office/drawing/2014/main" id="{3696CB58-4E6C-42BE-859E-A5AE63E0943E}"/>
              </a:ext>
            </a:extLst>
          </p:cNvPr>
          <p:cNvPicPr>
            <a:picLocks noChangeAspect="1"/>
          </p:cNvPicPr>
          <p:nvPr/>
        </p:nvPicPr>
        <p:blipFill>
          <a:blip r:embed="rId3"/>
          <a:stretch/>
        </p:blipFill>
        <p:spPr>
          <a:xfrm>
            <a:off x="5905500" y="1524000"/>
            <a:ext cx="5715000" cy="3571875"/>
          </a:xfrm>
          <a:prstGeom prst="rect">
            <a:avLst/>
          </a:prstGeom>
        </p:spPr>
      </p:pic>
    </p:spTree>
    <p:extLst>
      <p:ext uri="{BB962C8B-B14F-4D97-AF65-F5344CB8AC3E}">
        <p14:creationId xmlns:p14="http://schemas.microsoft.com/office/powerpoint/2010/main" val="12928626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131D"/>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7B9C2F1-1431-4909-AF58-B0AD42FAF937}"/>
              </a:ext>
            </a:extLst>
          </p:cNvPr>
          <p:cNvSpPr>
            <a:spLocks noGrp="1"/>
          </p:cNvSpPr>
          <p:nvPr/>
        </p:nvSpPr>
        <p:spPr>
          <a:xfrm>
            <a:off x="609600" y="400050"/>
            <a:ext cx="10810875" cy="647700"/>
          </a:xfrm>
          <a:prstGeom prst="rect">
            <a:avLst/>
          </a:prstGeom>
          <a:noFill/>
          <a:ln w="0">
            <a:noFill/>
            <a:prstDash val="solid"/>
          </a:ln>
        </p:spPr>
        <p:txBody>
          <a:bodyPr wrap="square" lIns="0" tIns="0" rIns="0" bIns="0" anchor="t">
            <a:normAutofit/>
          </a:bodyPr>
          <a:lstStyle>
            <a:defPPr algn="l">
              <a:defRPr sz="3450" b="1">
                <a:solidFill>
                  <a:srgbClr val="F0F4FA"/>
                </a:solidFill>
                <a:latin typeface="Arial"/>
                <a:ea typeface="Arial"/>
                <a:cs typeface="Arial"/>
              </a:defRPr>
            </a:defPPr>
            <a:lvl1pPr algn="l">
              <a:buNone/>
              <a:defRPr sz="3450" b="1">
                <a:solidFill>
                  <a:srgbClr val="F0F4FA"/>
                </a:solidFill>
                <a:latin typeface="Arial"/>
                <a:ea typeface="Arial"/>
                <a:cs typeface="Arial"/>
              </a:defRPr>
            </a:lvl1pPr>
            <a:lvl2pPr algn="l">
              <a:buNone/>
              <a:defRPr sz="3450" b="1">
                <a:solidFill>
                  <a:srgbClr val="F0F4FA"/>
                </a:solidFill>
                <a:latin typeface="Arial"/>
                <a:ea typeface="Arial"/>
                <a:cs typeface="Arial"/>
              </a:defRPr>
            </a:lvl2pPr>
            <a:lvl3pPr algn="l">
              <a:buNone/>
              <a:defRPr sz="3450" b="1">
                <a:solidFill>
                  <a:srgbClr val="F0F4FA"/>
                </a:solidFill>
                <a:latin typeface="Arial"/>
                <a:ea typeface="Arial"/>
                <a:cs typeface="Arial"/>
              </a:defRPr>
            </a:lvl3pPr>
            <a:lvl4pPr algn="l">
              <a:buNone/>
              <a:defRPr sz="3450" b="1">
                <a:solidFill>
                  <a:srgbClr val="F0F4FA"/>
                </a:solidFill>
                <a:latin typeface="Arial"/>
                <a:ea typeface="Arial"/>
                <a:cs typeface="Arial"/>
              </a:defRPr>
            </a:lvl4pPr>
            <a:lvl5pPr algn="l">
              <a:buNone/>
              <a:defRPr sz="3450" b="1">
                <a:solidFill>
                  <a:srgbClr val="F0F4FA"/>
                </a:solidFill>
                <a:latin typeface="Arial"/>
                <a:ea typeface="Arial"/>
                <a:cs typeface="Arial"/>
              </a:defRPr>
            </a:lvl5pPr>
            <a:lvl6pPr algn="l">
              <a:buNone/>
              <a:defRPr sz="3450" b="1">
                <a:solidFill>
                  <a:srgbClr val="F0F4FA"/>
                </a:solidFill>
                <a:latin typeface="Arial"/>
                <a:ea typeface="Arial"/>
                <a:cs typeface="Arial"/>
              </a:defRPr>
            </a:lvl6pPr>
            <a:lvl7pPr algn="l">
              <a:buNone/>
              <a:defRPr sz="3450" b="1">
                <a:solidFill>
                  <a:srgbClr val="F0F4FA"/>
                </a:solidFill>
                <a:latin typeface="Arial"/>
                <a:ea typeface="Arial"/>
                <a:cs typeface="Arial"/>
              </a:defRPr>
            </a:lvl7pPr>
            <a:lvl8pPr algn="l">
              <a:buNone/>
              <a:defRPr sz="3450" b="1">
                <a:solidFill>
                  <a:srgbClr val="F0F4FA"/>
                </a:solidFill>
                <a:latin typeface="Arial"/>
                <a:ea typeface="Arial"/>
                <a:cs typeface="Arial"/>
              </a:defRPr>
            </a:lvl8pPr>
            <a:lvl9pPr algn="l">
              <a:buNone/>
              <a:defRPr sz="3450" b="1">
                <a:solidFill>
                  <a:srgbClr val="F0F4FA"/>
                </a:solidFill>
                <a:latin typeface="Arial"/>
                <a:ea typeface="Arial"/>
                <a:cs typeface="Arial"/>
              </a:defRPr>
            </a:lvl9pPr>
          </a:lstStyle>
          <a:p>
            <a:pPr algn="l">
              <a:lnSpc>
                <a:spcPct val="108000"/>
              </a:lnSpc>
              <a:buNone/>
              <a:defRPr sz="3450" b="1">
                <a:solidFill>
                  <a:srgbClr val="F0F4FA"/>
                </a:solidFill>
                <a:latin typeface="Arial"/>
                <a:ea typeface="Arial"/>
                <a:cs typeface="Arial"/>
              </a:defRPr>
            </a:pPr>
            <a:r>
              <a:rPr sz="3450" b="1">
                <a:solidFill>
                  <a:srgbClr val="F0F4FA"/>
                </a:solidFill>
                <a:latin typeface="Arial"/>
                <a:ea typeface="Arial"/>
                <a:cs typeface="Arial"/>
              </a:rPr>
              <a:t>The search problem</a:t>
            </a:r>
          </a:p>
        </p:txBody>
      </p:sp>
      <p:sp>
        <p:nvSpPr>
          <p:cNvPr id="2" name="Rectangle 1">
            <a:extLst>
              <a:ext uri="{FF2B5EF4-FFF2-40B4-BE49-F238E27FC236}">
                <a16:creationId xmlns:a16="http://schemas.microsoft.com/office/drawing/2014/main" id="{0475E51B-E66A-4CD6-861A-7A628F54116C}"/>
              </a:ext>
            </a:extLst>
          </p:cNvPr>
          <p:cNvSpPr>
            <a:spLocks noGrp="1"/>
          </p:cNvSpPr>
          <p:nvPr/>
        </p:nvSpPr>
        <p:spPr>
          <a:xfrm>
            <a:off x="609600" y="1143000"/>
            <a:ext cx="685800" cy="38100"/>
          </a:xfrm>
          <a:prstGeom prst="rect">
            <a:avLst/>
          </a:prstGeom>
          <a:solidFill>
            <a:srgbClr val="5BB1FF"/>
          </a:solidFill>
          <a:ln w="0">
            <a:noFill/>
            <a:prstDash val="solid"/>
          </a:ln>
        </p:spPr>
      </p:sp>
      <p:sp>
        <p:nvSpPr>
          <p:cNvPr id="3" name="Rectangle 2">
            <a:extLst>
              <a:ext uri="{FF2B5EF4-FFF2-40B4-BE49-F238E27FC236}">
                <a16:creationId xmlns:a16="http://schemas.microsoft.com/office/drawing/2014/main" id="{DA2DA0D4-19C4-49A4-BB2A-98F04CBE9B53}"/>
              </a:ext>
            </a:extLst>
          </p:cNvPr>
          <p:cNvSpPr>
            <a:spLocks noGrp="1"/>
          </p:cNvSpPr>
          <p:nvPr/>
        </p:nvSpPr>
        <p:spPr>
          <a:xfrm>
            <a:off x="11468100" y="6400800"/>
            <a:ext cx="342900" cy="209550"/>
          </a:xfrm>
          <a:prstGeom prst="rect">
            <a:avLst/>
          </a:prstGeom>
          <a:noFill/>
          <a:ln w="0">
            <a:noFill/>
            <a:prstDash val="solid"/>
          </a:ln>
        </p:spPr>
        <p:txBody>
          <a:bodyPr wrap="square" lIns="0" tIns="0" rIns="0" bIns="0" anchor="t">
            <a:normAutofit/>
          </a:bodyPr>
          <a:lstStyle>
            <a:defPPr algn="r">
              <a:defRPr sz="1200" b="0">
                <a:solidFill>
                  <a:srgbClr val="AFBBCB"/>
                </a:solidFill>
                <a:latin typeface="Arial"/>
                <a:ea typeface="Arial"/>
                <a:cs typeface="Arial"/>
              </a:defRPr>
            </a:defPPr>
            <a:lvl1pPr algn="r">
              <a:buNone/>
              <a:defRPr sz="1200" b="0">
                <a:solidFill>
                  <a:srgbClr val="AFBBCB"/>
                </a:solidFill>
                <a:latin typeface="Arial"/>
                <a:ea typeface="Arial"/>
                <a:cs typeface="Arial"/>
              </a:defRPr>
            </a:lvl1pPr>
            <a:lvl2pPr algn="r">
              <a:buNone/>
              <a:defRPr sz="1200" b="0">
                <a:solidFill>
                  <a:srgbClr val="AFBBCB"/>
                </a:solidFill>
                <a:latin typeface="Arial"/>
                <a:ea typeface="Arial"/>
                <a:cs typeface="Arial"/>
              </a:defRPr>
            </a:lvl2pPr>
            <a:lvl3pPr algn="r">
              <a:buNone/>
              <a:defRPr sz="1200" b="0">
                <a:solidFill>
                  <a:srgbClr val="AFBBCB"/>
                </a:solidFill>
                <a:latin typeface="Arial"/>
                <a:ea typeface="Arial"/>
                <a:cs typeface="Arial"/>
              </a:defRPr>
            </a:lvl3pPr>
            <a:lvl4pPr algn="r">
              <a:buNone/>
              <a:defRPr sz="1200" b="0">
                <a:solidFill>
                  <a:srgbClr val="AFBBCB"/>
                </a:solidFill>
                <a:latin typeface="Arial"/>
                <a:ea typeface="Arial"/>
                <a:cs typeface="Arial"/>
              </a:defRPr>
            </a:lvl4pPr>
            <a:lvl5pPr algn="r">
              <a:buNone/>
              <a:defRPr sz="1200" b="0">
                <a:solidFill>
                  <a:srgbClr val="AFBBCB"/>
                </a:solidFill>
                <a:latin typeface="Arial"/>
                <a:ea typeface="Arial"/>
                <a:cs typeface="Arial"/>
              </a:defRPr>
            </a:lvl5pPr>
            <a:lvl6pPr algn="r">
              <a:buNone/>
              <a:defRPr sz="1200" b="0">
                <a:solidFill>
                  <a:srgbClr val="AFBBCB"/>
                </a:solidFill>
                <a:latin typeface="Arial"/>
                <a:ea typeface="Arial"/>
                <a:cs typeface="Arial"/>
              </a:defRPr>
            </a:lvl6pPr>
            <a:lvl7pPr algn="r">
              <a:buNone/>
              <a:defRPr sz="1200" b="0">
                <a:solidFill>
                  <a:srgbClr val="AFBBCB"/>
                </a:solidFill>
                <a:latin typeface="Arial"/>
                <a:ea typeface="Arial"/>
                <a:cs typeface="Arial"/>
              </a:defRPr>
            </a:lvl7pPr>
            <a:lvl8pPr algn="r">
              <a:buNone/>
              <a:defRPr sz="1200" b="0">
                <a:solidFill>
                  <a:srgbClr val="AFBBCB"/>
                </a:solidFill>
                <a:latin typeface="Arial"/>
                <a:ea typeface="Arial"/>
                <a:cs typeface="Arial"/>
              </a:defRPr>
            </a:lvl8pPr>
            <a:lvl9pPr algn="r">
              <a:buNone/>
              <a:defRPr sz="1200" b="0">
                <a:solidFill>
                  <a:srgbClr val="AFBBCB"/>
                </a:solidFill>
                <a:latin typeface="Arial"/>
                <a:ea typeface="Arial"/>
                <a:cs typeface="Arial"/>
              </a:defRPr>
            </a:lvl9pPr>
          </a:lstStyle>
          <a:p>
            <a:pPr algn="r">
              <a:lnSpc>
                <a:spcPct val="108000"/>
              </a:lnSpc>
              <a:buNone/>
              <a:defRPr sz="1200" b="0">
                <a:solidFill>
                  <a:srgbClr val="AFBBCB"/>
                </a:solidFill>
                <a:latin typeface="Arial"/>
                <a:ea typeface="Arial"/>
                <a:cs typeface="Arial"/>
              </a:defRPr>
            </a:pPr>
            <a:r>
              <a:rPr sz="1200" b="0">
                <a:solidFill>
                  <a:srgbClr val="AFBBCB"/>
                </a:solidFill>
                <a:latin typeface="Arial"/>
                <a:ea typeface="Arial"/>
                <a:cs typeface="Arial"/>
              </a:rPr>
              <a:t>02</a:t>
            </a:r>
          </a:p>
        </p:txBody>
      </p:sp>
      <p:sp>
        <p:nvSpPr>
          <p:cNvPr id="4" name="Rectangle 3">
            <a:extLst>
              <a:ext uri="{FF2B5EF4-FFF2-40B4-BE49-F238E27FC236}">
                <a16:creationId xmlns:a16="http://schemas.microsoft.com/office/drawing/2014/main" id="{69738148-0E9B-45A5-AFA8-5F7E3DFA011F}"/>
              </a:ext>
            </a:extLst>
          </p:cNvPr>
          <p:cNvSpPr>
            <a:spLocks noGrp="1"/>
          </p:cNvSpPr>
          <p:nvPr/>
        </p:nvSpPr>
        <p:spPr>
          <a:xfrm>
            <a:off x="666750" y="1562100"/>
            <a:ext cx="10096500" cy="666750"/>
          </a:xfrm>
          <a:prstGeom prst="rect">
            <a:avLst/>
          </a:prstGeom>
          <a:noFill/>
          <a:ln w="0">
            <a:noFill/>
            <a:prstDash val="solid"/>
          </a:ln>
        </p:spPr>
        <p:txBody>
          <a:bodyPr wrap="square" lIns="0" tIns="0" rIns="0" bIns="0" anchor="t">
            <a:normAutofit fontScale="89454"/>
          </a:bodyPr>
          <a:lstStyle>
            <a:defPPr algn="l">
              <a:defRPr sz="2550" b="1">
                <a:solidFill>
                  <a:srgbClr val="F0F4FA"/>
                </a:solidFill>
                <a:latin typeface="Arial"/>
                <a:ea typeface="Arial"/>
                <a:cs typeface="Arial"/>
              </a:defRPr>
            </a:defPPr>
            <a:lvl1pPr algn="l">
              <a:buNone/>
              <a:defRPr sz="2550" b="1">
                <a:solidFill>
                  <a:srgbClr val="F0F4FA"/>
                </a:solidFill>
                <a:latin typeface="Arial"/>
                <a:ea typeface="Arial"/>
                <a:cs typeface="Arial"/>
              </a:defRPr>
            </a:lvl1pPr>
            <a:lvl2pPr algn="l">
              <a:buNone/>
              <a:defRPr sz="2550" b="1">
                <a:solidFill>
                  <a:srgbClr val="F0F4FA"/>
                </a:solidFill>
                <a:latin typeface="Arial"/>
                <a:ea typeface="Arial"/>
                <a:cs typeface="Arial"/>
              </a:defRPr>
            </a:lvl2pPr>
            <a:lvl3pPr algn="l">
              <a:buNone/>
              <a:defRPr sz="2550" b="1">
                <a:solidFill>
                  <a:srgbClr val="F0F4FA"/>
                </a:solidFill>
                <a:latin typeface="Arial"/>
                <a:ea typeface="Arial"/>
                <a:cs typeface="Arial"/>
              </a:defRPr>
            </a:lvl3pPr>
            <a:lvl4pPr algn="l">
              <a:buNone/>
              <a:defRPr sz="2550" b="1">
                <a:solidFill>
                  <a:srgbClr val="F0F4FA"/>
                </a:solidFill>
                <a:latin typeface="Arial"/>
                <a:ea typeface="Arial"/>
                <a:cs typeface="Arial"/>
              </a:defRPr>
            </a:lvl4pPr>
            <a:lvl5pPr algn="l">
              <a:buNone/>
              <a:defRPr sz="2550" b="1">
                <a:solidFill>
                  <a:srgbClr val="F0F4FA"/>
                </a:solidFill>
                <a:latin typeface="Arial"/>
                <a:ea typeface="Arial"/>
                <a:cs typeface="Arial"/>
              </a:defRPr>
            </a:lvl5pPr>
            <a:lvl6pPr algn="l">
              <a:buNone/>
              <a:defRPr sz="2550" b="1">
                <a:solidFill>
                  <a:srgbClr val="F0F4FA"/>
                </a:solidFill>
                <a:latin typeface="Arial"/>
                <a:ea typeface="Arial"/>
                <a:cs typeface="Arial"/>
              </a:defRPr>
            </a:lvl6pPr>
            <a:lvl7pPr algn="l">
              <a:buNone/>
              <a:defRPr sz="2550" b="1">
                <a:solidFill>
                  <a:srgbClr val="F0F4FA"/>
                </a:solidFill>
                <a:latin typeface="Arial"/>
                <a:ea typeface="Arial"/>
                <a:cs typeface="Arial"/>
              </a:defRPr>
            </a:lvl7pPr>
            <a:lvl8pPr algn="l">
              <a:buNone/>
              <a:defRPr sz="2550" b="1">
                <a:solidFill>
                  <a:srgbClr val="F0F4FA"/>
                </a:solidFill>
                <a:latin typeface="Arial"/>
                <a:ea typeface="Arial"/>
                <a:cs typeface="Arial"/>
              </a:defRPr>
            </a:lvl8pPr>
            <a:lvl9pPr algn="l">
              <a:buNone/>
              <a:defRPr sz="2550" b="1">
                <a:solidFill>
                  <a:srgbClr val="F0F4FA"/>
                </a:solidFill>
                <a:latin typeface="Arial"/>
                <a:ea typeface="Arial"/>
                <a:cs typeface="Arial"/>
              </a:defRPr>
            </a:lvl9pPr>
          </a:lstStyle>
          <a:p>
            <a:pPr algn="l">
              <a:lnSpc>
                <a:spcPct val="108000"/>
              </a:lnSpc>
              <a:buNone/>
              <a:defRPr sz="2550" b="1">
                <a:solidFill>
                  <a:srgbClr val="F0F4FA"/>
                </a:solidFill>
                <a:latin typeface="Arial"/>
                <a:ea typeface="Arial"/>
                <a:cs typeface="Arial"/>
              </a:defRPr>
            </a:pPr>
            <a:r>
              <a:rPr sz="2550" b="1">
                <a:solidFill>
                  <a:srgbClr val="F0F4FA"/>
                </a:solidFill>
                <a:latin typeface="Arial"/>
                <a:ea typeface="Arial"/>
                <a:cs typeface="Arial"/>
              </a:rPr>
              <a:t>A chess move creates a new position. Each reply creates more positions.</a:t>
            </a:r>
          </a:p>
        </p:txBody>
      </p:sp>
      <p:sp>
        <p:nvSpPr>
          <p:cNvPr id="5" name="Rectangle 4">
            <a:extLst>
              <a:ext uri="{FF2B5EF4-FFF2-40B4-BE49-F238E27FC236}">
                <a16:creationId xmlns:a16="http://schemas.microsoft.com/office/drawing/2014/main" id="{0CDE176D-F137-4D68-A173-EC493E5238DA}"/>
              </a:ext>
            </a:extLst>
          </p:cNvPr>
          <p:cNvSpPr>
            <a:spLocks noGrp="1"/>
          </p:cNvSpPr>
          <p:nvPr/>
        </p:nvSpPr>
        <p:spPr>
          <a:xfrm>
            <a:off x="666750" y="2419350"/>
            <a:ext cx="4810125" cy="1066800"/>
          </a:xfrm>
          <a:prstGeom prst="rect">
            <a:avLst/>
          </a:prstGeom>
          <a:noFill/>
          <a:ln w="0">
            <a:noFill/>
            <a:prstDash val="solid"/>
          </a:ln>
        </p:spPr>
        <p:txBody>
          <a:bodyPr wrap="square" lIns="0" tIns="0" rIns="0" bIns="0" anchor="t">
            <a:normAutofit/>
          </a:bodyPr>
          <a:lstStyle>
            <a:defPPr algn="l">
              <a:defRPr sz="1875" b="0">
                <a:solidFill>
                  <a:srgbClr val="AFBBCB"/>
                </a:solidFill>
                <a:latin typeface="Arial"/>
                <a:ea typeface="Arial"/>
                <a:cs typeface="Arial"/>
              </a:defRPr>
            </a:defPPr>
            <a:lvl1pPr algn="l">
              <a:buNone/>
              <a:defRPr sz="1875" b="0">
                <a:solidFill>
                  <a:srgbClr val="AFBBCB"/>
                </a:solidFill>
                <a:latin typeface="Arial"/>
                <a:ea typeface="Arial"/>
                <a:cs typeface="Arial"/>
              </a:defRPr>
            </a:lvl1pPr>
            <a:lvl2pPr algn="l">
              <a:buNone/>
              <a:defRPr sz="1875" b="0">
                <a:solidFill>
                  <a:srgbClr val="AFBBCB"/>
                </a:solidFill>
                <a:latin typeface="Arial"/>
                <a:ea typeface="Arial"/>
                <a:cs typeface="Arial"/>
              </a:defRPr>
            </a:lvl2pPr>
            <a:lvl3pPr algn="l">
              <a:buNone/>
              <a:defRPr sz="1875" b="0">
                <a:solidFill>
                  <a:srgbClr val="AFBBCB"/>
                </a:solidFill>
                <a:latin typeface="Arial"/>
                <a:ea typeface="Arial"/>
                <a:cs typeface="Arial"/>
              </a:defRPr>
            </a:lvl3pPr>
            <a:lvl4pPr algn="l">
              <a:buNone/>
              <a:defRPr sz="1875" b="0">
                <a:solidFill>
                  <a:srgbClr val="AFBBCB"/>
                </a:solidFill>
                <a:latin typeface="Arial"/>
                <a:ea typeface="Arial"/>
                <a:cs typeface="Arial"/>
              </a:defRPr>
            </a:lvl4pPr>
            <a:lvl5pPr algn="l">
              <a:buNone/>
              <a:defRPr sz="1875" b="0">
                <a:solidFill>
                  <a:srgbClr val="AFBBCB"/>
                </a:solidFill>
                <a:latin typeface="Arial"/>
                <a:ea typeface="Arial"/>
                <a:cs typeface="Arial"/>
              </a:defRPr>
            </a:lvl5pPr>
            <a:lvl6pPr algn="l">
              <a:buNone/>
              <a:defRPr sz="1875" b="0">
                <a:solidFill>
                  <a:srgbClr val="AFBBCB"/>
                </a:solidFill>
                <a:latin typeface="Arial"/>
                <a:ea typeface="Arial"/>
                <a:cs typeface="Arial"/>
              </a:defRPr>
            </a:lvl6pPr>
            <a:lvl7pPr algn="l">
              <a:buNone/>
              <a:defRPr sz="1875" b="0">
                <a:solidFill>
                  <a:srgbClr val="AFBBCB"/>
                </a:solidFill>
                <a:latin typeface="Arial"/>
                <a:ea typeface="Arial"/>
                <a:cs typeface="Arial"/>
              </a:defRPr>
            </a:lvl7pPr>
            <a:lvl8pPr algn="l">
              <a:buNone/>
              <a:defRPr sz="1875" b="0">
                <a:solidFill>
                  <a:srgbClr val="AFBBCB"/>
                </a:solidFill>
                <a:latin typeface="Arial"/>
                <a:ea typeface="Arial"/>
                <a:cs typeface="Arial"/>
              </a:defRPr>
            </a:lvl8pPr>
            <a:lvl9pPr algn="l">
              <a:buNone/>
              <a:defRPr sz="1875" b="0">
                <a:solidFill>
                  <a:srgbClr val="AFBBCB"/>
                </a:solidFill>
                <a:latin typeface="Arial"/>
                <a:ea typeface="Arial"/>
                <a:cs typeface="Arial"/>
              </a:defRPr>
            </a:lvl9pPr>
          </a:lstStyle>
          <a:p>
            <a:pPr algn="l">
              <a:lnSpc>
                <a:spcPct val="108000"/>
              </a:lnSpc>
              <a:buNone/>
              <a:defRPr sz="1875" b="0">
                <a:solidFill>
                  <a:srgbClr val="AFBBCB"/>
                </a:solidFill>
                <a:latin typeface="Arial"/>
                <a:ea typeface="Arial"/>
                <a:cs typeface="Arial"/>
              </a:defRPr>
            </a:pPr>
            <a:r>
              <a:rPr sz="1875" b="0">
                <a:solidFill>
                  <a:srgbClr val="AFBBCB"/>
                </a:solidFill>
                <a:latin typeface="Arial"/>
                <a:ea typeface="Arial"/>
                <a:cs typeface="Arial"/>
              </a:rPr>
              <a:t>To choose well, an engine must look ahead. The number of possible lines grows quickly as search depth increases.</a:t>
            </a:r>
          </a:p>
        </p:txBody>
      </p:sp>
      <p:sp>
        <p:nvSpPr>
          <p:cNvPr id="6" name="Rectangle 5">
            <a:extLst>
              <a:ext uri="{FF2B5EF4-FFF2-40B4-BE49-F238E27FC236}">
                <a16:creationId xmlns:a16="http://schemas.microsoft.com/office/drawing/2014/main" id="{B28EB96C-3CE5-40E6-A55B-EE819D9DE4DD}"/>
              </a:ext>
            </a:extLst>
          </p:cNvPr>
          <p:cNvSpPr>
            <a:spLocks noGrp="1"/>
          </p:cNvSpPr>
          <p:nvPr/>
        </p:nvSpPr>
        <p:spPr>
          <a:xfrm>
            <a:off x="6381750" y="2390775"/>
            <a:ext cx="4000500" cy="285750"/>
          </a:xfrm>
          <a:prstGeom prst="rect">
            <a:avLst/>
          </a:prstGeom>
          <a:noFill/>
          <a:ln w="0">
            <a:noFill/>
            <a:prstDash val="solid"/>
          </a:ln>
        </p:spPr>
        <p:txBody>
          <a:bodyPr wrap="square" lIns="0" tIns="0" rIns="0" bIns="0" anchor="t">
            <a:normAutofit/>
          </a:bodyPr>
          <a:lstStyle>
            <a:defPPr algn="l">
              <a:defRPr sz="1200" b="1">
                <a:solidFill>
                  <a:srgbClr val="5BB1FF"/>
                </a:solidFill>
                <a:latin typeface="Arial"/>
                <a:ea typeface="Arial"/>
                <a:cs typeface="Arial"/>
              </a:defRPr>
            </a:defPPr>
            <a:lvl1pPr algn="l">
              <a:buNone/>
              <a:defRPr sz="1200" b="1">
                <a:solidFill>
                  <a:srgbClr val="5BB1FF"/>
                </a:solidFill>
                <a:latin typeface="Arial"/>
                <a:ea typeface="Arial"/>
                <a:cs typeface="Arial"/>
              </a:defRPr>
            </a:lvl1pPr>
            <a:lvl2pPr algn="l">
              <a:buNone/>
              <a:defRPr sz="1200" b="1">
                <a:solidFill>
                  <a:srgbClr val="5BB1FF"/>
                </a:solidFill>
                <a:latin typeface="Arial"/>
                <a:ea typeface="Arial"/>
                <a:cs typeface="Arial"/>
              </a:defRPr>
            </a:lvl2pPr>
            <a:lvl3pPr algn="l">
              <a:buNone/>
              <a:defRPr sz="1200" b="1">
                <a:solidFill>
                  <a:srgbClr val="5BB1FF"/>
                </a:solidFill>
                <a:latin typeface="Arial"/>
                <a:ea typeface="Arial"/>
                <a:cs typeface="Arial"/>
              </a:defRPr>
            </a:lvl3pPr>
            <a:lvl4pPr algn="l">
              <a:buNone/>
              <a:defRPr sz="1200" b="1">
                <a:solidFill>
                  <a:srgbClr val="5BB1FF"/>
                </a:solidFill>
                <a:latin typeface="Arial"/>
                <a:ea typeface="Arial"/>
                <a:cs typeface="Arial"/>
              </a:defRPr>
            </a:lvl4pPr>
            <a:lvl5pPr algn="l">
              <a:buNone/>
              <a:defRPr sz="1200" b="1">
                <a:solidFill>
                  <a:srgbClr val="5BB1FF"/>
                </a:solidFill>
                <a:latin typeface="Arial"/>
                <a:ea typeface="Arial"/>
                <a:cs typeface="Arial"/>
              </a:defRPr>
            </a:lvl5pPr>
            <a:lvl6pPr algn="l">
              <a:buNone/>
              <a:defRPr sz="1200" b="1">
                <a:solidFill>
                  <a:srgbClr val="5BB1FF"/>
                </a:solidFill>
                <a:latin typeface="Arial"/>
                <a:ea typeface="Arial"/>
                <a:cs typeface="Arial"/>
              </a:defRPr>
            </a:lvl6pPr>
            <a:lvl7pPr algn="l">
              <a:buNone/>
              <a:defRPr sz="1200" b="1">
                <a:solidFill>
                  <a:srgbClr val="5BB1FF"/>
                </a:solidFill>
                <a:latin typeface="Arial"/>
                <a:ea typeface="Arial"/>
                <a:cs typeface="Arial"/>
              </a:defRPr>
            </a:lvl7pPr>
            <a:lvl8pPr algn="l">
              <a:buNone/>
              <a:defRPr sz="1200" b="1">
                <a:solidFill>
                  <a:srgbClr val="5BB1FF"/>
                </a:solidFill>
                <a:latin typeface="Arial"/>
                <a:ea typeface="Arial"/>
                <a:cs typeface="Arial"/>
              </a:defRPr>
            </a:lvl8pPr>
            <a:lvl9pPr algn="l">
              <a:buNone/>
              <a:defRPr sz="1200" b="1">
                <a:solidFill>
                  <a:srgbClr val="5BB1FF"/>
                </a:solidFill>
                <a:latin typeface="Arial"/>
                <a:ea typeface="Arial"/>
                <a:cs typeface="Arial"/>
              </a:defRPr>
            </a:lvl9pPr>
          </a:lstStyle>
          <a:p>
            <a:pPr algn="l">
              <a:lnSpc>
                <a:spcPct val="108000"/>
              </a:lnSpc>
              <a:buNone/>
              <a:defRPr sz="1200" b="1">
                <a:solidFill>
                  <a:srgbClr val="5BB1FF"/>
                </a:solidFill>
                <a:latin typeface="Arial"/>
                <a:ea typeface="Arial"/>
                <a:cs typeface="Arial"/>
              </a:defRPr>
            </a:pPr>
            <a:r>
              <a:rPr sz="1200" b="1">
                <a:solidFill>
                  <a:srgbClr val="5BB1FF"/>
                </a:solidFill>
                <a:latin typeface="Arial"/>
                <a:ea typeface="Arial"/>
                <a:cs typeface="Arial"/>
              </a:rPr>
              <a:t>PROJECT QUESTION</a:t>
            </a:r>
          </a:p>
        </p:txBody>
      </p:sp>
      <p:sp>
        <p:nvSpPr>
          <p:cNvPr id="7" name="Rectangle 6">
            <a:extLst>
              <a:ext uri="{FF2B5EF4-FFF2-40B4-BE49-F238E27FC236}">
                <a16:creationId xmlns:a16="http://schemas.microsoft.com/office/drawing/2014/main" id="{4226FE76-B737-4185-ACE3-15E9EBC67984}"/>
              </a:ext>
            </a:extLst>
          </p:cNvPr>
          <p:cNvSpPr>
            <a:spLocks noGrp="1"/>
          </p:cNvSpPr>
          <p:nvPr/>
        </p:nvSpPr>
        <p:spPr>
          <a:xfrm>
            <a:off x="6381750" y="2800350"/>
            <a:ext cx="4667250" cy="952500"/>
          </a:xfrm>
          <a:prstGeom prst="rect">
            <a:avLst/>
          </a:prstGeom>
          <a:noFill/>
          <a:ln w="0">
            <a:noFill/>
            <a:prstDash val="solid"/>
          </a:ln>
        </p:spPr>
        <p:txBody>
          <a:bodyPr wrap="square" lIns="0" tIns="0" rIns="0" bIns="0" anchor="t">
            <a:normAutofit fontScale="86810"/>
          </a:bodyPr>
          <a:lstStyle>
            <a:defPPr algn="l">
              <a:defRPr sz="2550" b="1">
                <a:solidFill>
                  <a:srgbClr val="F0F4FA"/>
                </a:solidFill>
                <a:latin typeface="Arial"/>
                <a:ea typeface="Arial"/>
                <a:cs typeface="Arial"/>
              </a:defRPr>
            </a:defPPr>
            <a:lvl1pPr algn="l">
              <a:buNone/>
              <a:defRPr sz="2550" b="1">
                <a:solidFill>
                  <a:srgbClr val="F0F4FA"/>
                </a:solidFill>
                <a:latin typeface="Arial"/>
                <a:ea typeface="Arial"/>
                <a:cs typeface="Arial"/>
              </a:defRPr>
            </a:lvl1pPr>
            <a:lvl2pPr algn="l">
              <a:buNone/>
              <a:defRPr sz="2550" b="1">
                <a:solidFill>
                  <a:srgbClr val="F0F4FA"/>
                </a:solidFill>
                <a:latin typeface="Arial"/>
                <a:ea typeface="Arial"/>
                <a:cs typeface="Arial"/>
              </a:defRPr>
            </a:lvl2pPr>
            <a:lvl3pPr algn="l">
              <a:buNone/>
              <a:defRPr sz="2550" b="1">
                <a:solidFill>
                  <a:srgbClr val="F0F4FA"/>
                </a:solidFill>
                <a:latin typeface="Arial"/>
                <a:ea typeface="Arial"/>
                <a:cs typeface="Arial"/>
              </a:defRPr>
            </a:lvl3pPr>
            <a:lvl4pPr algn="l">
              <a:buNone/>
              <a:defRPr sz="2550" b="1">
                <a:solidFill>
                  <a:srgbClr val="F0F4FA"/>
                </a:solidFill>
                <a:latin typeface="Arial"/>
                <a:ea typeface="Arial"/>
                <a:cs typeface="Arial"/>
              </a:defRPr>
            </a:lvl4pPr>
            <a:lvl5pPr algn="l">
              <a:buNone/>
              <a:defRPr sz="2550" b="1">
                <a:solidFill>
                  <a:srgbClr val="F0F4FA"/>
                </a:solidFill>
                <a:latin typeface="Arial"/>
                <a:ea typeface="Arial"/>
                <a:cs typeface="Arial"/>
              </a:defRPr>
            </a:lvl5pPr>
            <a:lvl6pPr algn="l">
              <a:buNone/>
              <a:defRPr sz="2550" b="1">
                <a:solidFill>
                  <a:srgbClr val="F0F4FA"/>
                </a:solidFill>
                <a:latin typeface="Arial"/>
                <a:ea typeface="Arial"/>
                <a:cs typeface="Arial"/>
              </a:defRPr>
            </a:lvl6pPr>
            <a:lvl7pPr algn="l">
              <a:buNone/>
              <a:defRPr sz="2550" b="1">
                <a:solidFill>
                  <a:srgbClr val="F0F4FA"/>
                </a:solidFill>
                <a:latin typeface="Arial"/>
                <a:ea typeface="Arial"/>
                <a:cs typeface="Arial"/>
              </a:defRPr>
            </a:lvl7pPr>
            <a:lvl8pPr algn="l">
              <a:buNone/>
              <a:defRPr sz="2550" b="1">
                <a:solidFill>
                  <a:srgbClr val="F0F4FA"/>
                </a:solidFill>
                <a:latin typeface="Arial"/>
                <a:ea typeface="Arial"/>
                <a:cs typeface="Arial"/>
              </a:defRPr>
            </a:lvl8pPr>
            <a:lvl9pPr algn="l">
              <a:buNone/>
              <a:defRPr sz="2550" b="1">
                <a:solidFill>
                  <a:srgbClr val="F0F4FA"/>
                </a:solidFill>
                <a:latin typeface="Arial"/>
                <a:ea typeface="Arial"/>
                <a:cs typeface="Arial"/>
              </a:defRPr>
            </a:lvl9pPr>
          </a:lstStyle>
          <a:p>
            <a:pPr algn="l">
              <a:lnSpc>
                <a:spcPct val="108000"/>
              </a:lnSpc>
              <a:buNone/>
              <a:defRPr sz="2550" b="1">
                <a:solidFill>
                  <a:srgbClr val="F0F4FA"/>
                </a:solidFill>
                <a:latin typeface="Arial"/>
                <a:ea typeface="Arial"/>
                <a:cs typeface="Arial"/>
              </a:defRPr>
            </a:pPr>
            <a:r>
              <a:rPr sz="2550" b="1">
                <a:solidFill>
                  <a:srgbClr val="F0F4FA"/>
                </a:solidFill>
                <a:latin typeface="Arial"/>
                <a:ea typeface="Arial"/>
                <a:cs typeface="Arial"/>
              </a:rPr>
              <a:t>Can pruning reduce the work while keeping the same best move?</a:t>
            </a:r>
          </a:p>
        </p:txBody>
      </p:sp>
      <p:sp>
        <p:nvSpPr>
          <p:cNvPr id="8" name="Rectangle 7">
            <a:extLst>
              <a:ext uri="{FF2B5EF4-FFF2-40B4-BE49-F238E27FC236}">
                <a16:creationId xmlns:a16="http://schemas.microsoft.com/office/drawing/2014/main" id="{6B20C1D4-EB21-4129-9710-51BF5FE38B92}"/>
              </a:ext>
            </a:extLst>
          </p:cNvPr>
          <p:cNvSpPr>
            <a:spLocks noGrp="1"/>
          </p:cNvSpPr>
          <p:nvPr/>
        </p:nvSpPr>
        <p:spPr>
          <a:xfrm>
            <a:off x="666750" y="4457700"/>
            <a:ext cx="10287000" cy="876300"/>
          </a:xfrm>
          <a:prstGeom prst="rect">
            <a:avLst/>
          </a:prstGeom>
          <a:noFill/>
          <a:ln w="0">
            <a:noFill/>
            <a:prstDash val="solid"/>
          </a:ln>
        </p:spPr>
        <p:txBody>
          <a:bodyPr wrap="square" lIns="0" tIns="0" rIns="0" bIns="0" anchor="t">
            <a:normAutofit/>
          </a:bodyPr>
          <a:lstStyle>
            <a:defPPr algn="l">
              <a:defRPr sz="1950" b="0">
                <a:solidFill>
                  <a:srgbClr val="F0F4FA"/>
                </a:solidFill>
                <a:latin typeface="Arial"/>
                <a:ea typeface="Arial"/>
                <a:cs typeface="Arial"/>
              </a:defRPr>
            </a:defPPr>
            <a:lvl1pPr algn="l">
              <a:buNone/>
              <a:defRPr sz="1950" b="0">
                <a:solidFill>
                  <a:srgbClr val="F0F4FA"/>
                </a:solidFill>
                <a:latin typeface="Arial"/>
                <a:ea typeface="Arial"/>
                <a:cs typeface="Arial"/>
              </a:defRPr>
            </a:lvl1pPr>
            <a:lvl2pPr algn="l">
              <a:buNone/>
              <a:defRPr sz="1950" b="0">
                <a:solidFill>
                  <a:srgbClr val="F0F4FA"/>
                </a:solidFill>
                <a:latin typeface="Arial"/>
                <a:ea typeface="Arial"/>
                <a:cs typeface="Arial"/>
              </a:defRPr>
            </a:lvl2pPr>
            <a:lvl3pPr algn="l">
              <a:buNone/>
              <a:defRPr sz="1950" b="0">
                <a:solidFill>
                  <a:srgbClr val="F0F4FA"/>
                </a:solidFill>
                <a:latin typeface="Arial"/>
                <a:ea typeface="Arial"/>
                <a:cs typeface="Arial"/>
              </a:defRPr>
            </a:lvl3pPr>
            <a:lvl4pPr algn="l">
              <a:buNone/>
              <a:defRPr sz="1950" b="0">
                <a:solidFill>
                  <a:srgbClr val="F0F4FA"/>
                </a:solidFill>
                <a:latin typeface="Arial"/>
                <a:ea typeface="Arial"/>
                <a:cs typeface="Arial"/>
              </a:defRPr>
            </a:lvl4pPr>
            <a:lvl5pPr algn="l">
              <a:buNone/>
              <a:defRPr sz="1950" b="0">
                <a:solidFill>
                  <a:srgbClr val="F0F4FA"/>
                </a:solidFill>
                <a:latin typeface="Arial"/>
                <a:ea typeface="Arial"/>
                <a:cs typeface="Arial"/>
              </a:defRPr>
            </a:lvl5pPr>
            <a:lvl6pPr algn="l">
              <a:buNone/>
              <a:defRPr sz="1950" b="0">
                <a:solidFill>
                  <a:srgbClr val="F0F4FA"/>
                </a:solidFill>
                <a:latin typeface="Arial"/>
                <a:ea typeface="Arial"/>
                <a:cs typeface="Arial"/>
              </a:defRPr>
            </a:lvl6pPr>
            <a:lvl7pPr algn="l">
              <a:buNone/>
              <a:defRPr sz="1950" b="0">
                <a:solidFill>
                  <a:srgbClr val="F0F4FA"/>
                </a:solidFill>
                <a:latin typeface="Arial"/>
                <a:ea typeface="Arial"/>
                <a:cs typeface="Arial"/>
              </a:defRPr>
            </a:lvl7pPr>
            <a:lvl8pPr algn="l">
              <a:buNone/>
              <a:defRPr sz="1950" b="0">
                <a:solidFill>
                  <a:srgbClr val="F0F4FA"/>
                </a:solidFill>
                <a:latin typeface="Arial"/>
                <a:ea typeface="Arial"/>
                <a:cs typeface="Arial"/>
              </a:defRPr>
            </a:lvl8pPr>
            <a:lvl9pPr algn="l">
              <a:buNone/>
              <a:defRPr sz="1950" b="0">
                <a:solidFill>
                  <a:srgbClr val="F0F4FA"/>
                </a:solidFill>
                <a:latin typeface="Arial"/>
                <a:ea typeface="Arial"/>
                <a:cs typeface="Arial"/>
              </a:defRPr>
            </a:lvl9pPr>
          </a:lstStyle>
          <a:p>
            <a:pPr algn="l">
              <a:lnSpc>
                <a:spcPct val="108000"/>
              </a:lnSpc>
              <a:buNone/>
              <a:defRPr sz="1950" b="0">
                <a:solidFill>
                  <a:srgbClr val="F0F4FA"/>
                </a:solidFill>
                <a:latin typeface="Arial"/>
                <a:ea typeface="Arial"/>
                <a:cs typeface="Arial"/>
              </a:defRPr>
            </a:pPr>
            <a:r>
              <a:rPr sz="1950" b="0">
                <a:solidFill>
                  <a:srgbClr val="F0F4FA"/>
                </a:solidFill>
                <a:latin typeface="Arial"/>
                <a:ea typeface="Arial"/>
                <a:cs typeface="Arial"/>
              </a:rPr>
              <a:t>Chess Arena answers this with two custom search algorithms, a shared position and depth, and a visual record of the explored tree.</a:t>
            </a:r>
          </a:p>
        </p:txBody>
      </p:sp>
      <p:sp>
        <p:nvSpPr>
          <p:cNvPr id="9" name="Rectangle 8">
            <a:extLst>
              <a:ext uri="{FF2B5EF4-FFF2-40B4-BE49-F238E27FC236}">
                <a16:creationId xmlns:a16="http://schemas.microsoft.com/office/drawing/2014/main" id="{32DDF5CD-36F7-475C-8196-FF11940C847A}"/>
              </a:ext>
            </a:extLst>
          </p:cNvPr>
          <p:cNvSpPr>
            <a:spLocks noGrp="1"/>
          </p:cNvSpPr>
          <p:nvPr/>
        </p:nvSpPr>
        <p:spPr>
          <a:xfrm>
            <a:off x="666750" y="5562600"/>
            <a:ext cx="10001250" cy="476250"/>
          </a:xfrm>
          <a:prstGeom prst="rect">
            <a:avLst/>
          </a:prstGeom>
          <a:noFill/>
          <a:ln w="0">
            <a:noFill/>
            <a:prstDash val="solid"/>
          </a:ln>
        </p:spPr>
        <p:txBody>
          <a:bodyPr wrap="square" lIns="0" tIns="0" rIns="0" bIns="0" anchor="t">
            <a:normAutofit/>
          </a:bodyPr>
          <a:lstStyle>
            <a:defPPr algn="l">
              <a:defRPr sz="1650" b="0">
                <a:solidFill>
                  <a:srgbClr val="AFBBCB"/>
                </a:solidFill>
                <a:latin typeface="Arial"/>
                <a:ea typeface="Arial"/>
                <a:cs typeface="Arial"/>
              </a:defRPr>
            </a:defPPr>
            <a:lvl1pPr algn="l">
              <a:buNone/>
              <a:defRPr sz="1650" b="0">
                <a:solidFill>
                  <a:srgbClr val="AFBBCB"/>
                </a:solidFill>
                <a:latin typeface="Arial"/>
                <a:ea typeface="Arial"/>
                <a:cs typeface="Arial"/>
              </a:defRPr>
            </a:lvl1pPr>
            <a:lvl2pPr algn="l">
              <a:buNone/>
              <a:defRPr sz="1650" b="0">
                <a:solidFill>
                  <a:srgbClr val="AFBBCB"/>
                </a:solidFill>
                <a:latin typeface="Arial"/>
                <a:ea typeface="Arial"/>
                <a:cs typeface="Arial"/>
              </a:defRPr>
            </a:lvl2pPr>
            <a:lvl3pPr algn="l">
              <a:buNone/>
              <a:defRPr sz="1650" b="0">
                <a:solidFill>
                  <a:srgbClr val="AFBBCB"/>
                </a:solidFill>
                <a:latin typeface="Arial"/>
                <a:ea typeface="Arial"/>
                <a:cs typeface="Arial"/>
              </a:defRPr>
            </a:lvl3pPr>
            <a:lvl4pPr algn="l">
              <a:buNone/>
              <a:defRPr sz="1650" b="0">
                <a:solidFill>
                  <a:srgbClr val="AFBBCB"/>
                </a:solidFill>
                <a:latin typeface="Arial"/>
                <a:ea typeface="Arial"/>
                <a:cs typeface="Arial"/>
              </a:defRPr>
            </a:lvl4pPr>
            <a:lvl5pPr algn="l">
              <a:buNone/>
              <a:defRPr sz="1650" b="0">
                <a:solidFill>
                  <a:srgbClr val="AFBBCB"/>
                </a:solidFill>
                <a:latin typeface="Arial"/>
                <a:ea typeface="Arial"/>
                <a:cs typeface="Arial"/>
              </a:defRPr>
            </a:lvl5pPr>
            <a:lvl6pPr algn="l">
              <a:buNone/>
              <a:defRPr sz="1650" b="0">
                <a:solidFill>
                  <a:srgbClr val="AFBBCB"/>
                </a:solidFill>
                <a:latin typeface="Arial"/>
                <a:ea typeface="Arial"/>
                <a:cs typeface="Arial"/>
              </a:defRPr>
            </a:lvl6pPr>
            <a:lvl7pPr algn="l">
              <a:buNone/>
              <a:defRPr sz="1650" b="0">
                <a:solidFill>
                  <a:srgbClr val="AFBBCB"/>
                </a:solidFill>
                <a:latin typeface="Arial"/>
                <a:ea typeface="Arial"/>
                <a:cs typeface="Arial"/>
              </a:defRPr>
            </a:lvl7pPr>
            <a:lvl8pPr algn="l">
              <a:buNone/>
              <a:defRPr sz="1650" b="0">
                <a:solidFill>
                  <a:srgbClr val="AFBBCB"/>
                </a:solidFill>
                <a:latin typeface="Arial"/>
                <a:ea typeface="Arial"/>
                <a:cs typeface="Arial"/>
              </a:defRPr>
            </a:lvl8pPr>
            <a:lvl9pPr algn="l">
              <a:buNone/>
              <a:defRPr sz="1650" b="0">
                <a:solidFill>
                  <a:srgbClr val="AFBBCB"/>
                </a:solidFill>
                <a:latin typeface="Arial"/>
                <a:ea typeface="Arial"/>
                <a:cs typeface="Arial"/>
              </a:defRPr>
            </a:lvl9pPr>
          </a:lstStyle>
          <a:p>
            <a:pPr algn="l">
              <a:lnSpc>
                <a:spcPct val="108000"/>
              </a:lnSpc>
              <a:buNone/>
              <a:defRPr sz="1650" b="0">
                <a:solidFill>
                  <a:srgbClr val="AFBBCB"/>
                </a:solidFill>
                <a:latin typeface="Arial"/>
                <a:ea typeface="Arial"/>
                <a:cs typeface="Arial"/>
              </a:defRPr>
            </a:pPr>
            <a:r>
              <a:rPr sz="1650" b="0">
                <a:solidFill>
                  <a:srgbClr val="AFBBCB"/>
                </a:solidFill>
                <a:latin typeface="Arial"/>
                <a:ea typeface="Arial"/>
                <a:cs typeface="Arial"/>
              </a:rPr>
              <a:t>The user can also play a legal game against Stockfish or ask Minimax to choose a move.</a:t>
            </a:r>
          </a:p>
        </p:txBody>
      </p:sp>
    </p:spTree>
    <p:extLst>
      <p:ext uri="{BB962C8B-B14F-4D97-AF65-F5344CB8AC3E}">
        <p14:creationId xmlns:p14="http://schemas.microsoft.com/office/powerpoint/2010/main" val="6190360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131D"/>
        </a:solidFill>
        <a:effectLst/>
      </p:bgPr>
    </p:bg>
    <p:spTree>
      <p:nvGrpSpPr>
        <p:cNvPr id="1" name=""/>
        <p:cNvGrpSpPr/>
        <p:nvPr/>
      </p:nvGrpSpPr>
      <p:grpSpPr>
        <a:xfrm>
          <a:off x="0" y="0"/>
          <a:ext cx="0" cy="0"/>
          <a:chOff x="0" y="0"/>
          <a:chExt cx="0" cy="0"/>
        </a:xfrm>
      </p:grpSpPr>
      <p:cxnSp>
        <p:nvCxnSpPr>
          <p:cNvPr id="15" name="Straight Arrow Connector 14">
            <a:extLst>
              <a:ext uri="{FF2B5EF4-FFF2-40B4-BE49-F238E27FC236}">
                <a16:creationId xmlns:a16="http://schemas.microsoft.com/office/drawing/2014/main" id="{E81E6AA4-B963-447D-A17D-3306078DF9FA}"/>
              </a:ext>
            </a:extLst>
          </p:cNvPr>
          <p:cNvCxnSpPr>
            <a:stCxn id="9" idx="2"/>
            <a:endCxn id="10" idx="0"/>
          </p:cNvCxnSpPr>
          <p:nvPr/>
        </p:nvCxnSpPr>
        <p:spPr>
          <a:xfrm flipV="1">
            <a:off x="7967663" y="3752850"/>
            <a:ext cx="2843213" cy="1600200"/>
          </a:xfrm>
          <a:prstGeom prst="straightConnector1">
            <a:avLst/>
          </a:prstGeom>
          <a:ln w="19050">
            <a:solidFill>
              <a:srgbClr val="48586F"/>
            </a:solidFill>
            <a:prstDash val="solid"/>
            <a:tailEnd type="arrow" w="sm" len="sm"/>
          </a:ln>
        </p:spPr>
      </p:cxnSp>
      <p:cxnSp>
        <p:nvCxnSpPr>
          <p:cNvPr id="14" name="Straight Arrow Connector 13">
            <a:extLst>
              <a:ext uri="{FF2B5EF4-FFF2-40B4-BE49-F238E27FC236}">
                <a16:creationId xmlns:a16="http://schemas.microsoft.com/office/drawing/2014/main" id="{DF10E058-39E4-49AD-AF60-7AA6AB21478D}"/>
              </a:ext>
            </a:extLst>
          </p:cNvPr>
          <p:cNvCxnSpPr>
            <a:stCxn id="8" idx="2"/>
            <a:endCxn id="10" idx="0"/>
          </p:cNvCxnSpPr>
          <p:nvPr/>
        </p:nvCxnSpPr>
        <p:spPr>
          <a:xfrm flipV="1">
            <a:off x="7967663" y="3752850"/>
            <a:ext cx="2843213" cy="190500"/>
          </a:xfrm>
          <a:prstGeom prst="straightConnector1">
            <a:avLst/>
          </a:prstGeom>
          <a:ln w="19050">
            <a:solidFill>
              <a:srgbClr val="48586F"/>
            </a:solidFill>
            <a:prstDash val="solid"/>
            <a:tailEnd type="arrow" w="sm" len="sm"/>
          </a:ln>
        </p:spPr>
      </p:cxnSp>
      <p:cxnSp>
        <p:nvCxnSpPr>
          <p:cNvPr id="13" name="Straight Arrow Connector 12">
            <a:extLst>
              <a:ext uri="{FF2B5EF4-FFF2-40B4-BE49-F238E27FC236}">
                <a16:creationId xmlns:a16="http://schemas.microsoft.com/office/drawing/2014/main" id="{295C1F39-5E93-41B8-8F9B-4F2C535535E4}"/>
              </a:ext>
            </a:extLst>
          </p:cNvPr>
          <p:cNvCxnSpPr>
            <a:stCxn id="7" idx="2"/>
            <a:endCxn id="9" idx="0"/>
          </p:cNvCxnSpPr>
          <p:nvPr/>
        </p:nvCxnSpPr>
        <p:spPr>
          <a:xfrm flipV="1">
            <a:off x="4862513" y="4476750"/>
            <a:ext cx="3105150" cy="152400"/>
          </a:xfrm>
          <a:prstGeom prst="straightConnector1">
            <a:avLst/>
          </a:prstGeom>
          <a:ln w="19050">
            <a:solidFill>
              <a:srgbClr val="48586F"/>
            </a:solidFill>
            <a:prstDash val="solid"/>
            <a:tailEnd type="arrow" w="sm" len="sm"/>
          </a:ln>
        </p:spPr>
      </p:cxnSp>
      <p:cxnSp>
        <p:nvCxnSpPr>
          <p:cNvPr id="12" name="Straight Arrow Connector 11">
            <a:extLst>
              <a:ext uri="{FF2B5EF4-FFF2-40B4-BE49-F238E27FC236}">
                <a16:creationId xmlns:a16="http://schemas.microsoft.com/office/drawing/2014/main" id="{8B746C7D-D4E3-4AD4-8292-F25331FD76C1}"/>
              </a:ext>
            </a:extLst>
          </p:cNvPr>
          <p:cNvCxnSpPr>
            <a:stCxn id="7" idx="2"/>
            <a:endCxn id="8" idx="0"/>
          </p:cNvCxnSpPr>
          <p:nvPr/>
        </p:nvCxnSpPr>
        <p:spPr>
          <a:xfrm flipV="1">
            <a:off x="4862513" y="3067050"/>
            <a:ext cx="3105150" cy="1562100"/>
          </a:xfrm>
          <a:prstGeom prst="straightConnector1">
            <a:avLst/>
          </a:prstGeom>
          <a:ln w="19050">
            <a:solidFill>
              <a:srgbClr val="48586F"/>
            </a:solidFill>
            <a:prstDash val="solid"/>
            <a:tailEnd type="arrow" w="sm" len="sm"/>
          </a:ln>
        </p:spPr>
      </p:cxnSp>
      <p:cxnSp>
        <p:nvCxnSpPr>
          <p:cNvPr id="11" name="Straight Arrow Connector 10">
            <a:extLst>
              <a:ext uri="{FF2B5EF4-FFF2-40B4-BE49-F238E27FC236}">
                <a16:creationId xmlns:a16="http://schemas.microsoft.com/office/drawing/2014/main" id="{22559F3D-3069-4926-8A8E-C6CAE692CB33}"/>
              </a:ext>
            </a:extLst>
          </p:cNvPr>
          <p:cNvCxnSpPr>
            <a:stCxn id="6" idx="2"/>
            <a:endCxn id="7" idx="0"/>
          </p:cNvCxnSpPr>
          <p:nvPr/>
        </p:nvCxnSpPr>
        <p:spPr>
          <a:xfrm flipV="1">
            <a:off x="1828800" y="3752850"/>
            <a:ext cx="3033713" cy="876300"/>
          </a:xfrm>
          <a:prstGeom prst="straightConnector1">
            <a:avLst/>
          </a:prstGeom>
          <a:ln w="19050">
            <a:solidFill>
              <a:srgbClr val="48586F"/>
            </a:solidFill>
            <a:prstDash val="solid"/>
            <a:tailEnd type="arrow" w="sm" len="sm"/>
          </a:ln>
        </p:spPr>
      </p:cxnSp>
      <p:sp>
        <p:nvSpPr>
          <p:cNvPr id="17" name="Rectangle 16">
            <a:extLst>
              <a:ext uri="{FF2B5EF4-FFF2-40B4-BE49-F238E27FC236}">
                <a16:creationId xmlns:a16="http://schemas.microsoft.com/office/drawing/2014/main" id="{0EE75C92-0B5A-4F52-A0A6-A6D23F13A8AB}"/>
              </a:ext>
            </a:extLst>
          </p:cNvPr>
          <p:cNvSpPr>
            <a:spLocks noGrp="1"/>
          </p:cNvSpPr>
          <p:nvPr/>
        </p:nvSpPr>
        <p:spPr>
          <a:xfrm>
            <a:off x="609600" y="400050"/>
            <a:ext cx="10810875" cy="647700"/>
          </a:xfrm>
          <a:prstGeom prst="rect">
            <a:avLst/>
          </a:prstGeom>
          <a:noFill/>
          <a:ln w="0">
            <a:noFill/>
            <a:prstDash val="solid"/>
          </a:ln>
        </p:spPr>
        <p:txBody>
          <a:bodyPr wrap="square" lIns="0" tIns="0" rIns="0" bIns="0" anchor="t">
            <a:normAutofit/>
          </a:bodyPr>
          <a:lstStyle>
            <a:defPPr algn="l">
              <a:defRPr sz="3450" b="1">
                <a:solidFill>
                  <a:srgbClr val="F0F4FA"/>
                </a:solidFill>
                <a:latin typeface="Arial"/>
                <a:ea typeface="Arial"/>
                <a:cs typeface="Arial"/>
              </a:defRPr>
            </a:defPPr>
            <a:lvl1pPr algn="l">
              <a:buNone/>
              <a:defRPr sz="3450" b="1">
                <a:solidFill>
                  <a:srgbClr val="F0F4FA"/>
                </a:solidFill>
                <a:latin typeface="Arial"/>
                <a:ea typeface="Arial"/>
                <a:cs typeface="Arial"/>
              </a:defRPr>
            </a:lvl1pPr>
            <a:lvl2pPr algn="l">
              <a:buNone/>
              <a:defRPr sz="3450" b="1">
                <a:solidFill>
                  <a:srgbClr val="F0F4FA"/>
                </a:solidFill>
                <a:latin typeface="Arial"/>
                <a:ea typeface="Arial"/>
                <a:cs typeface="Arial"/>
              </a:defRPr>
            </a:lvl2pPr>
            <a:lvl3pPr algn="l">
              <a:buNone/>
              <a:defRPr sz="3450" b="1">
                <a:solidFill>
                  <a:srgbClr val="F0F4FA"/>
                </a:solidFill>
                <a:latin typeface="Arial"/>
                <a:ea typeface="Arial"/>
                <a:cs typeface="Arial"/>
              </a:defRPr>
            </a:lvl3pPr>
            <a:lvl4pPr algn="l">
              <a:buNone/>
              <a:defRPr sz="3450" b="1">
                <a:solidFill>
                  <a:srgbClr val="F0F4FA"/>
                </a:solidFill>
                <a:latin typeface="Arial"/>
                <a:ea typeface="Arial"/>
                <a:cs typeface="Arial"/>
              </a:defRPr>
            </a:lvl4pPr>
            <a:lvl5pPr algn="l">
              <a:buNone/>
              <a:defRPr sz="3450" b="1">
                <a:solidFill>
                  <a:srgbClr val="F0F4FA"/>
                </a:solidFill>
                <a:latin typeface="Arial"/>
                <a:ea typeface="Arial"/>
                <a:cs typeface="Arial"/>
              </a:defRPr>
            </a:lvl5pPr>
            <a:lvl6pPr algn="l">
              <a:buNone/>
              <a:defRPr sz="3450" b="1">
                <a:solidFill>
                  <a:srgbClr val="F0F4FA"/>
                </a:solidFill>
                <a:latin typeface="Arial"/>
                <a:ea typeface="Arial"/>
                <a:cs typeface="Arial"/>
              </a:defRPr>
            </a:lvl6pPr>
            <a:lvl7pPr algn="l">
              <a:buNone/>
              <a:defRPr sz="3450" b="1">
                <a:solidFill>
                  <a:srgbClr val="F0F4FA"/>
                </a:solidFill>
                <a:latin typeface="Arial"/>
                <a:ea typeface="Arial"/>
                <a:cs typeface="Arial"/>
              </a:defRPr>
            </a:lvl7pPr>
            <a:lvl8pPr algn="l">
              <a:buNone/>
              <a:defRPr sz="3450" b="1">
                <a:solidFill>
                  <a:srgbClr val="F0F4FA"/>
                </a:solidFill>
                <a:latin typeface="Arial"/>
                <a:ea typeface="Arial"/>
                <a:cs typeface="Arial"/>
              </a:defRPr>
            </a:lvl8pPr>
            <a:lvl9pPr algn="l">
              <a:buNone/>
              <a:defRPr sz="3450" b="1">
                <a:solidFill>
                  <a:srgbClr val="F0F4FA"/>
                </a:solidFill>
                <a:latin typeface="Arial"/>
                <a:ea typeface="Arial"/>
                <a:cs typeface="Arial"/>
              </a:defRPr>
            </a:lvl9pPr>
          </a:lstStyle>
          <a:p>
            <a:pPr algn="l">
              <a:lnSpc>
                <a:spcPct val="108000"/>
              </a:lnSpc>
              <a:buNone/>
              <a:defRPr sz="3450" b="1">
                <a:solidFill>
                  <a:srgbClr val="F0F4FA"/>
                </a:solidFill>
                <a:latin typeface="Arial"/>
                <a:ea typeface="Arial"/>
                <a:cs typeface="Arial"/>
              </a:defRPr>
            </a:pPr>
            <a:r>
              <a:rPr sz="3450" b="1">
                <a:solidFill>
                  <a:srgbClr val="F0F4FA"/>
                </a:solidFill>
                <a:latin typeface="Arial"/>
                <a:ea typeface="Arial"/>
                <a:cs typeface="Arial"/>
              </a:rPr>
              <a:t>Application architecture</a:t>
            </a:r>
          </a:p>
        </p:txBody>
      </p:sp>
      <p:sp>
        <p:nvSpPr>
          <p:cNvPr id="2" name="Rectangle 1">
            <a:extLst>
              <a:ext uri="{FF2B5EF4-FFF2-40B4-BE49-F238E27FC236}">
                <a16:creationId xmlns:a16="http://schemas.microsoft.com/office/drawing/2014/main" id="{A4A653C0-CBD4-4D2C-ABCD-F2A9B0090347}"/>
              </a:ext>
            </a:extLst>
          </p:cNvPr>
          <p:cNvSpPr>
            <a:spLocks noGrp="1"/>
          </p:cNvSpPr>
          <p:nvPr/>
        </p:nvSpPr>
        <p:spPr>
          <a:xfrm>
            <a:off x="609600" y="1143000"/>
            <a:ext cx="685800" cy="38100"/>
          </a:xfrm>
          <a:prstGeom prst="rect">
            <a:avLst/>
          </a:prstGeom>
          <a:solidFill>
            <a:srgbClr val="5BB1FF"/>
          </a:solidFill>
          <a:ln w="0">
            <a:noFill/>
            <a:prstDash val="solid"/>
          </a:ln>
        </p:spPr>
      </p:sp>
      <p:sp>
        <p:nvSpPr>
          <p:cNvPr id="3" name="Rectangle 2">
            <a:extLst>
              <a:ext uri="{FF2B5EF4-FFF2-40B4-BE49-F238E27FC236}">
                <a16:creationId xmlns:a16="http://schemas.microsoft.com/office/drawing/2014/main" id="{41346CD8-621F-49EE-AF81-FBA0D5472BE7}"/>
              </a:ext>
            </a:extLst>
          </p:cNvPr>
          <p:cNvSpPr>
            <a:spLocks noGrp="1"/>
          </p:cNvSpPr>
          <p:nvPr/>
        </p:nvSpPr>
        <p:spPr>
          <a:xfrm>
            <a:off x="11468100" y="6400800"/>
            <a:ext cx="342900" cy="209550"/>
          </a:xfrm>
          <a:prstGeom prst="rect">
            <a:avLst/>
          </a:prstGeom>
          <a:noFill/>
          <a:ln w="0">
            <a:noFill/>
            <a:prstDash val="solid"/>
          </a:ln>
        </p:spPr>
        <p:txBody>
          <a:bodyPr wrap="square" lIns="0" tIns="0" rIns="0" bIns="0" anchor="t">
            <a:normAutofit/>
          </a:bodyPr>
          <a:lstStyle>
            <a:defPPr algn="r">
              <a:defRPr sz="1200" b="0">
                <a:solidFill>
                  <a:srgbClr val="AFBBCB"/>
                </a:solidFill>
                <a:latin typeface="Arial"/>
                <a:ea typeface="Arial"/>
                <a:cs typeface="Arial"/>
              </a:defRPr>
            </a:defPPr>
            <a:lvl1pPr algn="r">
              <a:buNone/>
              <a:defRPr sz="1200" b="0">
                <a:solidFill>
                  <a:srgbClr val="AFBBCB"/>
                </a:solidFill>
                <a:latin typeface="Arial"/>
                <a:ea typeface="Arial"/>
                <a:cs typeface="Arial"/>
              </a:defRPr>
            </a:lvl1pPr>
            <a:lvl2pPr algn="r">
              <a:buNone/>
              <a:defRPr sz="1200" b="0">
                <a:solidFill>
                  <a:srgbClr val="AFBBCB"/>
                </a:solidFill>
                <a:latin typeface="Arial"/>
                <a:ea typeface="Arial"/>
                <a:cs typeface="Arial"/>
              </a:defRPr>
            </a:lvl2pPr>
            <a:lvl3pPr algn="r">
              <a:buNone/>
              <a:defRPr sz="1200" b="0">
                <a:solidFill>
                  <a:srgbClr val="AFBBCB"/>
                </a:solidFill>
                <a:latin typeface="Arial"/>
                <a:ea typeface="Arial"/>
                <a:cs typeface="Arial"/>
              </a:defRPr>
            </a:lvl3pPr>
            <a:lvl4pPr algn="r">
              <a:buNone/>
              <a:defRPr sz="1200" b="0">
                <a:solidFill>
                  <a:srgbClr val="AFBBCB"/>
                </a:solidFill>
                <a:latin typeface="Arial"/>
                <a:ea typeface="Arial"/>
                <a:cs typeface="Arial"/>
              </a:defRPr>
            </a:lvl4pPr>
            <a:lvl5pPr algn="r">
              <a:buNone/>
              <a:defRPr sz="1200" b="0">
                <a:solidFill>
                  <a:srgbClr val="AFBBCB"/>
                </a:solidFill>
                <a:latin typeface="Arial"/>
                <a:ea typeface="Arial"/>
                <a:cs typeface="Arial"/>
              </a:defRPr>
            </a:lvl5pPr>
            <a:lvl6pPr algn="r">
              <a:buNone/>
              <a:defRPr sz="1200" b="0">
                <a:solidFill>
                  <a:srgbClr val="AFBBCB"/>
                </a:solidFill>
                <a:latin typeface="Arial"/>
                <a:ea typeface="Arial"/>
                <a:cs typeface="Arial"/>
              </a:defRPr>
            </a:lvl6pPr>
            <a:lvl7pPr algn="r">
              <a:buNone/>
              <a:defRPr sz="1200" b="0">
                <a:solidFill>
                  <a:srgbClr val="AFBBCB"/>
                </a:solidFill>
                <a:latin typeface="Arial"/>
                <a:ea typeface="Arial"/>
                <a:cs typeface="Arial"/>
              </a:defRPr>
            </a:lvl7pPr>
            <a:lvl8pPr algn="r">
              <a:buNone/>
              <a:defRPr sz="1200" b="0">
                <a:solidFill>
                  <a:srgbClr val="AFBBCB"/>
                </a:solidFill>
                <a:latin typeface="Arial"/>
                <a:ea typeface="Arial"/>
                <a:cs typeface="Arial"/>
              </a:defRPr>
            </a:lvl8pPr>
            <a:lvl9pPr algn="r">
              <a:buNone/>
              <a:defRPr sz="1200" b="0">
                <a:solidFill>
                  <a:srgbClr val="AFBBCB"/>
                </a:solidFill>
                <a:latin typeface="Arial"/>
                <a:ea typeface="Arial"/>
                <a:cs typeface="Arial"/>
              </a:defRPr>
            </a:lvl9pPr>
          </a:lstStyle>
          <a:p>
            <a:pPr algn="r">
              <a:lnSpc>
                <a:spcPct val="108000"/>
              </a:lnSpc>
              <a:buNone/>
              <a:defRPr sz="1200" b="0">
                <a:solidFill>
                  <a:srgbClr val="AFBBCB"/>
                </a:solidFill>
                <a:latin typeface="Arial"/>
                <a:ea typeface="Arial"/>
                <a:cs typeface="Arial"/>
              </a:defRPr>
            </a:pPr>
            <a:r>
              <a:rPr sz="1200" b="0">
                <a:solidFill>
                  <a:srgbClr val="AFBBCB"/>
                </a:solidFill>
                <a:latin typeface="Arial"/>
                <a:ea typeface="Arial"/>
                <a:cs typeface="Arial"/>
              </a:rPr>
              <a:t>03</a:t>
            </a:r>
          </a:p>
        </p:txBody>
      </p:sp>
      <p:sp>
        <p:nvSpPr>
          <p:cNvPr id="4" name="Rectangle 3">
            <a:extLst>
              <a:ext uri="{FF2B5EF4-FFF2-40B4-BE49-F238E27FC236}">
                <a16:creationId xmlns:a16="http://schemas.microsoft.com/office/drawing/2014/main" id="{A03DEB73-496D-4B12-B545-CD88A8FA706A}"/>
              </a:ext>
            </a:extLst>
          </p:cNvPr>
          <p:cNvSpPr>
            <a:spLocks noGrp="1"/>
          </p:cNvSpPr>
          <p:nvPr/>
        </p:nvSpPr>
        <p:spPr>
          <a:xfrm>
            <a:off x="666750" y="1533525"/>
            <a:ext cx="4762500" cy="457200"/>
          </a:xfrm>
          <a:prstGeom prst="rect">
            <a:avLst/>
          </a:prstGeom>
          <a:noFill/>
          <a:ln w="0">
            <a:noFill/>
            <a:prstDash val="solid"/>
          </a:ln>
        </p:spPr>
        <p:txBody>
          <a:bodyPr wrap="square" lIns="0" tIns="0" rIns="0" bIns="0" anchor="t">
            <a:normAutofit/>
          </a:bodyPr>
          <a:lstStyle>
            <a:defPPr algn="l">
              <a:defRPr sz="2550" b="1">
                <a:solidFill>
                  <a:srgbClr val="F0F4FA"/>
                </a:solidFill>
                <a:latin typeface="Arial"/>
                <a:ea typeface="Arial"/>
                <a:cs typeface="Arial"/>
              </a:defRPr>
            </a:defPPr>
            <a:lvl1pPr algn="l">
              <a:buNone/>
              <a:defRPr sz="2550" b="1">
                <a:solidFill>
                  <a:srgbClr val="F0F4FA"/>
                </a:solidFill>
                <a:latin typeface="Arial"/>
                <a:ea typeface="Arial"/>
                <a:cs typeface="Arial"/>
              </a:defRPr>
            </a:lvl1pPr>
            <a:lvl2pPr algn="l">
              <a:buNone/>
              <a:defRPr sz="2550" b="1">
                <a:solidFill>
                  <a:srgbClr val="F0F4FA"/>
                </a:solidFill>
                <a:latin typeface="Arial"/>
                <a:ea typeface="Arial"/>
                <a:cs typeface="Arial"/>
              </a:defRPr>
            </a:lvl2pPr>
            <a:lvl3pPr algn="l">
              <a:buNone/>
              <a:defRPr sz="2550" b="1">
                <a:solidFill>
                  <a:srgbClr val="F0F4FA"/>
                </a:solidFill>
                <a:latin typeface="Arial"/>
                <a:ea typeface="Arial"/>
                <a:cs typeface="Arial"/>
              </a:defRPr>
            </a:lvl3pPr>
            <a:lvl4pPr algn="l">
              <a:buNone/>
              <a:defRPr sz="2550" b="1">
                <a:solidFill>
                  <a:srgbClr val="F0F4FA"/>
                </a:solidFill>
                <a:latin typeface="Arial"/>
                <a:ea typeface="Arial"/>
                <a:cs typeface="Arial"/>
              </a:defRPr>
            </a:lvl4pPr>
            <a:lvl5pPr algn="l">
              <a:buNone/>
              <a:defRPr sz="2550" b="1">
                <a:solidFill>
                  <a:srgbClr val="F0F4FA"/>
                </a:solidFill>
                <a:latin typeface="Arial"/>
                <a:ea typeface="Arial"/>
                <a:cs typeface="Arial"/>
              </a:defRPr>
            </a:lvl5pPr>
            <a:lvl6pPr algn="l">
              <a:buNone/>
              <a:defRPr sz="2550" b="1">
                <a:solidFill>
                  <a:srgbClr val="F0F4FA"/>
                </a:solidFill>
                <a:latin typeface="Arial"/>
                <a:ea typeface="Arial"/>
                <a:cs typeface="Arial"/>
              </a:defRPr>
            </a:lvl6pPr>
            <a:lvl7pPr algn="l">
              <a:buNone/>
              <a:defRPr sz="2550" b="1">
                <a:solidFill>
                  <a:srgbClr val="F0F4FA"/>
                </a:solidFill>
                <a:latin typeface="Arial"/>
                <a:ea typeface="Arial"/>
                <a:cs typeface="Arial"/>
              </a:defRPr>
            </a:lvl7pPr>
            <a:lvl8pPr algn="l">
              <a:buNone/>
              <a:defRPr sz="2550" b="1">
                <a:solidFill>
                  <a:srgbClr val="F0F4FA"/>
                </a:solidFill>
                <a:latin typeface="Arial"/>
                <a:ea typeface="Arial"/>
                <a:cs typeface="Arial"/>
              </a:defRPr>
            </a:lvl8pPr>
            <a:lvl9pPr algn="l">
              <a:buNone/>
              <a:defRPr sz="2550" b="1">
                <a:solidFill>
                  <a:srgbClr val="F0F4FA"/>
                </a:solidFill>
                <a:latin typeface="Arial"/>
                <a:ea typeface="Arial"/>
                <a:cs typeface="Arial"/>
              </a:defRPr>
            </a:lvl9pPr>
          </a:lstStyle>
          <a:p>
            <a:pPr algn="l">
              <a:lnSpc>
                <a:spcPct val="108000"/>
              </a:lnSpc>
              <a:buNone/>
              <a:defRPr sz="2550" b="1">
                <a:solidFill>
                  <a:srgbClr val="F0F4FA"/>
                </a:solidFill>
                <a:latin typeface="Arial"/>
                <a:ea typeface="Arial"/>
                <a:cs typeface="Arial"/>
              </a:defRPr>
            </a:pPr>
            <a:r>
              <a:rPr sz="2550" b="1">
                <a:solidFill>
                  <a:srgbClr val="F0F4FA"/>
                </a:solidFill>
                <a:latin typeface="Arial"/>
                <a:ea typeface="Arial"/>
                <a:cs typeface="Arial"/>
              </a:rPr>
              <a:t>One interface, two AI paths</a:t>
            </a:r>
          </a:p>
        </p:txBody>
      </p:sp>
      <p:sp>
        <p:nvSpPr>
          <p:cNvPr id="5" name="Rectangle 4">
            <a:extLst>
              <a:ext uri="{FF2B5EF4-FFF2-40B4-BE49-F238E27FC236}">
                <a16:creationId xmlns:a16="http://schemas.microsoft.com/office/drawing/2014/main" id="{CF754D21-ED0A-4887-90CA-45AAF6D5C1DE}"/>
              </a:ext>
            </a:extLst>
          </p:cNvPr>
          <p:cNvSpPr>
            <a:spLocks noGrp="1"/>
          </p:cNvSpPr>
          <p:nvPr/>
        </p:nvSpPr>
        <p:spPr>
          <a:xfrm>
            <a:off x="666750" y="2114550"/>
            <a:ext cx="4238625" cy="1000125"/>
          </a:xfrm>
          <a:prstGeom prst="rect">
            <a:avLst/>
          </a:prstGeom>
          <a:noFill/>
          <a:ln w="0">
            <a:noFill/>
            <a:prstDash val="solid"/>
          </a:ln>
        </p:spPr>
        <p:txBody>
          <a:bodyPr wrap="square" lIns="0" tIns="0" rIns="0" bIns="0" anchor="t">
            <a:normAutofit/>
          </a:bodyPr>
          <a:lstStyle>
            <a:defPPr algn="l">
              <a:defRPr sz="1725" b="0">
                <a:solidFill>
                  <a:srgbClr val="AFBBCB"/>
                </a:solidFill>
                <a:latin typeface="Arial"/>
                <a:ea typeface="Arial"/>
                <a:cs typeface="Arial"/>
              </a:defRPr>
            </a:defPPr>
            <a:lvl1pPr algn="l">
              <a:buNone/>
              <a:defRPr sz="1725" b="0">
                <a:solidFill>
                  <a:srgbClr val="AFBBCB"/>
                </a:solidFill>
                <a:latin typeface="Arial"/>
                <a:ea typeface="Arial"/>
                <a:cs typeface="Arial"/>
              </a:defRPr>
            </a:lvl1pPr>
            <a:lvl2pPr algn="l">
              <a:buNone/>
              <a:defRPr sz="1725" b="0">
                <a:solidFill>
                  <a:srgbClr val="AFBBCB"/>
                </a:solidFill>
                <a:latin typeface="Arial"/>
                <a:ea typeface="Arial"/>
                <a:cs typeface="Arial"/>
              </a:defRPr>
            </a:lvl2pPr>
            <a:lvl3pPr algn="l">
              <a:buNone/>
              <a:defRPr sz="1725" b="0">
                <a:solidFill>
                  <a:srgbClr val="AFBBCB"/>
                </a:solidFill>
                <a:latin typeface="Arial"/>
                <a:ea typeface="Arial"/>
                <a:cs typeface="Arial"/>
              </a:defRPr>
            </a:lvl3pPr>
            <a:lvl4pPr algn="l">
              <a:buNone/>
              <a:defRPr sz="1725" b="0">
                <a:solidFill>
                  <a:srgbClr val="AFBBCB"/>
                </a:solidFill>
                <a:latin typeface="Arial"/>
                <a:ea typeface="Arial"/>
                <a:cs typeface="Arial"/>
              </a:defRPr>
            </a:lvl4pPr>
            <a:lvl5pPr algn="l">
              <a:buNone/>
              <a:defRPr sz="1725" b="0">
                <a:solidFill>
                  <a:srgbClr val="AFBBCB"/>
                </a:solidFill>
                <a:latin typeface="Arial"/>
                <a:ea typeface="Arial"/>
                <a:cs typeface="Arial"/>
              </a:defRPr>
            </a:lvl5pPr>
            <a:lvl6pPr algn="l">
              <a:buNone/>
              <a:defRPr sz="1725" b="0">
                <a:solidFill>
                  <a:srgbClr val="AFBBCB"/>
                </a:solidFill>
                <a:latin typeface="Arial"/>
                <a:ea typeface="Arial"/>
                <a:cs typeface="Arial"/>
              </a:defRPr>
            </a:lvl6pPr>
            <a:lvl7pPr algn="l">
              <a:buNone/>
              <a:defRPr sz="1725" b="0">
                <a:solidFill>
                  <a:srgbClr val="AFBBCB"/>
                </a:solidFill>
                <a:latin typeface="Arial"/>
                <a:ea typeface="Arial"/>
                <a:cs typeface="Arial"/>
              </a:defRPr>
            </a:lvl7pPr>
            <a:lvl8pPr algn="l">
              <a:buNone/>
              <a:defRPr sz="1725" b="0">
                <a:solidFill>
                  <a:srgbClr val="AFBBCB"/>
                </a:solidFill>
                <a:latin typeface="Arial"/>
                <a:ea typeface="Arial"/>
                <a:cs typeface="Arial"/>
              </a:defRPr>
            </a:lvl8pPr>
            <a:lvl9pPr algn="l">
              <a:buNone/>
              <a:defRPr sz="1725" b="0">
                <a:solidFill>
                  <a:srgbClr val="AFBBCB"/>
                </a:solidFill>
                <a:latin typeface="Arial"/>
                <a:ea typeface="Arial"/>
                <a:cs typeface="Arial"/>
              </a:defRPr>
            </a:lvl9pPr>
          </a:lstStyle>
          <a:p>
            <a:pPr algn="l">
              <a:lnSpc>
                <a:spcPct val="108000"/>
              </a:lnSpc>
              <a:buNone/>
              <a:defRPr sz="1725" b="0">
                <a:solidFill>
                  <a:srgbClr val="AFBBCB"/>
                </a:solidFill>
                <a:latin typeface="Arial"/>
                <a:ea typeface="Arial"/>
                <a:cs typeface="Arial"/>
              </a:defRPr>
            </a:pPr>
            <a:r>
              <a:rPr sz="1725" b="0">
                <a:solidFill>
                  <a:srgbClr val="AFBBCB"/>
                </a:solidFill>
                <a:latin typeface="Arial"/>
                <a:ea typeface="Arial"/>
                <a:cs typeface="Arial"/>
              </a:rPr>
              <a:t>Pygame handles interaction and drawing. python-chess owns the board state and legal move rules.</a:t>
            </a:r>
          </a:p>
        </p:txBody>
      </p:sp>
      <p:sp>
        <p:nvSpPr>
          <p:cNvPr id="6" name="Rectangle: Rounded Corners 5">
            <a:extLst>
              <a:ext uri="{FF2B5EF4-FFF2-40B4-BE49-F238E27FC236}">
                <a16:creationId xmlns:a16="http://schemas.microsoft.com/office/drawing/2014/main" id="{17F82BA3-F36B-457C-A1A6-BA7820CBBCF6}"/>
              </a:ext>
            </a:extLst>
          </p:cNvPr>
          <p:cNvSpPr>
            <a:spLocks noGrp="1"/>
          </p:cNvSpPr>
          <p:nvPr/>
        </p:nvSpPr>
        <p:spPr>
          <a:xfrm>
            <a:off x="685800" y="3752850"/>
            <a:ext cx="2286000" cy="876300"/>
          </a:xfrm>
          <a:prstGeom prst="roundRect">
            <a:avLst>
              <a:gd name="adj" fmla="val 8696"/>
            </a:avLst>
          </a:prstGeom>
          <a:solidFill>
            <a:srgbClr val="202B3D"/>
          </a:solidFill>
          <a:ln w="13335">
            <a:solidFill>
              <a:srgbClr val="48586F"/>
            </a:solidFill>
            <a:prstDash val="solid"/>
          </a:ln>
        </p:spPr>
        <p:txBody>
          <a:bodyPr wrap="square" lIns="76200" tIns="47625" rIns="76200" bIns="47625" anchor="ctr">
            <a:normAutofit fontScale="97618"/>
          </a:bodyPr>
          <a:lstStyle>
            <a:defPPr algn="ctr">
              <a:defRPr sz="1650" b="1">
                <a:solidFill>
                  <a:srgbClr val="5BB1FF"/>
                </a:solidFill>
                <a:latin typeface="Arial"/>
                <a:ea typeface="Arial"/>
                <a:cs typeface="Arial"/>
              </a:defRPr>
            </a:defPPr>
            <a:lvl1pPr algn="ctr">
              <a:buNone/>
              <a:defRPr sz="1650" b="1">
                <a:solidFill>
                  <a:srgbClr val="5BB1FF"/>
                </a:solidFill>
                <a:latin typeface="Arial"/>
                <a:ea typeface="Arial"/>
                <a:cs typeface="Arial"/>
              </a:defRPr>
            </a:lvl1pPr>
            <a:lvl2pPr algn="ctr">
              <a:buNone/>
              <a:defRPr sz="1650" b="1">
                <a:solidFill>
                  <a:srgbClr val="5BB1FF"/>
                </a:solidFill>
                <a:latin typeface="Arial"/>
                <a:ea typeface="Arial"/>
                <a:cs typeface="Arial"/>
              </a:defRPr>
            </a:lvl2pPr>
            <a:lvl3pPr algn="ctr">
              <a:buNone/>
              <a:defRPr sz="1650" b="1">
                <a:solidFill>
                  <a:srgbClr val="5BB1FF"/>
                </a:solidFill>
                <a:latin typeface="Arial"/>
                <a:ea typeface="Arial"/>
                <a:cs typeface="Arial"/>
              </a:defRPr>
            </a:lvl3pPr>
            <a:lvl4pPr algn="ctr">
              <a:buNone/>
              <a:defRPr sz="1650" b="1">
                <a:solidFill>
                  <a:srgbClr val="5BB1FF"/>
                </a:solidFill>
                <a:latin typeface="Arial"/>
                <a:ea typeface="Arial"/>
                <a:cs typeface="Arial"/>
              </a:defRPr>
            </a:lvl4pPr>
            <a:lvl5pPr algn="ctr">
              <a:buNone/>
              <a:defRPr sz="1650" b="1">
                <a:solidFill>
                  <a:srgbClr val="5BB1FF"/>
                </a:solidFill>
                <a:latin typeface="Arial"/>
                <a:ea typeface="Arial"/>
                <a:cs typeface="Arial"/>
              </a:defRPr>
            </a:lvl5pPr>
            <a:lvl6pPr algn="ctr">
              <a:buNone/>
              <a:defRPr sz="1650" b="1">
                <a:solidFill>
                  <a:srgbClr val="5BB1FF"/>
                </a:solidFill>
                <a:latin typeface="Arial"/>
                <a:ea typeface="Arial"/>
                <a:cs typeface="Arial"/>
              </a:defRPr>
            </a:lvl6pPr>
            <a:lvl7pPr algn="ctr">
              <a:buNone/>
              <a:defRPr sz="1650" b="1">
                <a:solidFill>
                  <a:srgbClr val="5BB1FF"/>
                </a:solidFill>
                <a:latin typeface="Arial"/>
                <a:ea typeface="Arial"/>
                <a:cs typeface="Arial"/>
              </a:defRPr>
            </a:lvl7pPr>
            <a:lvl8pPr algn="ctr">
              <a:buNone/>
              <a:defRPr sz="1650" b="1">
                <a:solidFill>
                  <a:srgbClr val="5BB1FF"/>
                </a:solidFill>
                <a:latin typeface="Arial"/>
                <a:ea typeface="Arial"/>
                <a:cs typeface="Arial"/>
              </a:defRPr>
            </a:lvl8pPr>
            <a:lvl9pPr algn="ctr">
              <a:buNone/>
              <a:defRPr sz="1650" b="1">
                <a:solidFill>
                  <a:srgbClr val="5BB1FF"/>
                </a:solidFill>
                <a:latin typeface="Arial"/>
                <a:ea typeface="Arial"/>
                <a:cs typeface="Arial"/>
              </a:defRPr>
            </a:lvl9pPr>
          </a:lstStyle>
          <a:p>
            <a:pPr algn="ctr">
              <a:buNone/>
              <a:defRPr sz="1650" b="1">
                <a:solidFill>
                  <a:srgbClr val="5BB1FF"/>
                </a:solidFill>
                <a:latin typeface="Arial"/>
                <a:ea typeface="Arial"/>
                <a:cs typeface="Arial"/>
              </a:defRPr>
            </a:pPr>
            <a:r>
              <a:rPr sz="1650" b="1">
                <a:solidFill>
                  <a:srgbClr val="5BB1FF"/>
                </a:solidFill>
                <a:latin typeface="Arial"/>
                <a:ea typeface="Arial"/>
                <a:cs typeface="Arial"/>
              </a:rPr>
              <a:t>Pygame interface</a:t>
            </a:r>
          </a:p>
          <a:p>
            <a:pPr algn="ctr">
              <a:buNone/>
              <a:defRPr sz="1650" b="1">
                <a:solidFill>
                  <a:srgbClr val="5BB1FF"/>
                </a:solidFill>
                <a:latin typeface="Arial"/>
                <a:ea typeface="Arial"/>
                <a:cs typeface="Arial"/>
              </a:defRPr>
            </a:pPr>
            <a:r>
              <a:rPr sz="1650" b="1">
                <a:solidFill>
                  <a:srgbClr val="5BB1FF"/>
                </a:solidFill>
                <a:latin typeface="Arial"/>
                <a:ea typeface="Arial"/>
                <a:cs typeface="Arial"/>
              </a:rPr>
              <a:t>input and visualization</a:t>
            </a:r>
          </a:p>
        </p:txBody>
      </p:sp>
      <p:sp>
        <p:nvSpPr>
          <p:cNvPr id="7" name="Rectangle: Rounded Corners 6">
            <a:extLst>
              <a:ext uri="{FF2B5EF4-FFF2-40B4-BE49-F238E27FC236}">
                <a16:creationId xmlns:a16="http://schemas.microsoft.com/office/drawing/2014/main" id="{9B2B72D0-4EED-4BBF-87C1-ADE1F72C1F82}"/>
              </a:ext>
            </a:extLst>
          </p:cNvPr>
          <p:cNvSpPr>
            <a:spLocks noGrp="1"/>
          </p:cNvSpPr>
          <p:nvPr/>
        </p:nvSpPr>
        <p:spPr>
          <a:xfrm>
            <a:off x="3695700" y="3752850"/>
            <a:ext cx="2333625" cy="876300"/>
          </a:xfrm>
          <a:prstGeom prst="roundRect">
            <a:avLst>
              <a:gd name="adj" fmla="val 8696"/>
            </a:avLst>
          </a:prstGeom>
          <a:solidFill>
            <a:srgbClr val="202B3D"/>
          </a:solidFill>
          <a:ln w="13335">
            <a:solidFill>
              <a:srgbClr val="48586F"/>
            </a:solidFill>
            <a:prstDash val="solid"/>
          </a:ln>
        </p:spPr>
        <p:txBody>
          <a:bodyPr wrap="square" lIns="76200" tIns="47625" rIns="76200" bIns="47625" anchor="ctr">
            <a:normAutofit/>
          </a:bodyPr>
          <a:lstStyle>
            <a:defPPr algn="ctr">
              <a:defRPr sz="1575" b="1">
                <a:solidFill>
                  <a:srgbClr val="F0F4FA"/>
                </a:solidFill>
                <a:latin typeface="Arial"/>
                <a:ea typeface="Arial"/>
                <a:cs typeface="Arial"/>
              </a:defRPr>
            </a:defPPr>
            <a:lvl1pPr algn="ctr">
              <a:buNone/>
              <a:defRPr sz="1575" b="1">
                <a:solidFill>
                  <a:srgbClr val="F0F4FA"/>
                </a:solidFill>
                <a:latin typeface="Arial"/>
                <a:ea typeface="Arial"/>
                <a:cs typeface="Arial"/>
              </a:defRPr>
            </a:lvl1pPr>
            <a:lvl2pPr algn="ctr">
              <a:buNone/>
              <a:defRPr sz="1575" b="1">
                <a:solidFill>
                  <a:srgbClr val="F0F4FA"/>
                </a:solidFill>
                <a:latin typeface="Arial"/>
                <a:ea typeface="Arial"/>
                <a:cs typeface="Arial"/>
              </a:defRPr>
            </a:lvl2pPr>
            <a:lvl3pPr algn="ctr">
              <a:buNone/>
              <a:defRPr sz="1575" b="1">
                <a:solidFill>
                  <a:srgbClr val="F0F4FA"/>
                </a:solidFill>
                <a:latin typeface="Arial"/>
                <a:ea typeface="Arial"/>
                <a:cs typeface="Arial"/>
              </a:defRPr>
            </a:lvl3pPr>
            <a:lvl4pPr algn="ctr">
              <a:buNone/>
              <a:defRPr sz="1575" b="1">
                <a:solidFill>
                  <a:srgbClr val="F0F4FA"/>
                </a:solidFill>
                <a:latin typeface="Arial"/>
                <a:ea typeface="Arial"/>
                <a:cs typeface="Arial"/>
              </a:defRPr>
            </a:lvl4pPr>
            <a:lvl5pPr algn="ctr">
              <a:buNone/>
              <a:defRPr sz="1575" b="1">
                <a:solidFill>
                  <a:srgbClr val="F0F4FA"/>
                </a:solidFill>
                <a:latin typeface="Arial"/>
                <a:ea typeface="Arial"/>
                <a:cs typeface="Arial"/>
              </a:defRPr>
            </a:lvl5pPr>
            <a:lvl6pPr algn="ctr">
              <a:buNone/>
              <a:defRPr sz="1575" b="1">
                <a:solidFill>
                  <a:srgbClr val="F0F4FA"/>
                </a:solidFill>
                <a:latin typeface="Arial"/>
                <a:ea typeface="Arial"/>
                <a:cs typeface="Arial"/>
              </a:defRPr>
            </a:lvl6pPr>
            <a:lvl7pPr algn="ctr">
              <a:buNone/>
              <a:defRPr sz="1575" b="1">
                <a:solidFill>
                  <a:srgbClr val="F0F4FA"/>
                </a:solidFill>
                <a:latin typeface="Arial"/>
                <a:ea typeface="Arial"/>
                <a:cs typeface="Arial"/>
              </a:defRPr>
            </a:lvl7pPr>
            <a:lvl8pPr algn="ctr">
              <a:buNone/>
              <a:defRPr sz="1575" b="1">
                <a:solidFill>
                  <a:srgbClr val="F0F4FA"/>
                </a:solidFill>
                <a:latin typeface="Arial"/>
                <a:ea typeface="Arial"/>
                <a:cs typeface="Arial"/>
              </a:defRPr>
            </a:lvl8pPr>
            <a:lvl9pPr algn="ctr">
              <a:buNone/>
              <a:defRPr sz="1575" b="1">
                <a:solidFill>
                  <a:srgbClr val="F0F4FA"/>
                </a:solidFill>
                <a:latin typeface="Arial"/>
                <a:ea typeface="Arial"/>
                <a:cs typeface="Arial"/>
              </a:defRPr>
            </a:lvl9pPr>
          </a:lstStyle>
          <a:p>
            <a:pPr algn="ctr">
              <a:buNone/>
              <a:defRPr sz="1575" b="1">
                <a:solidFill>
                  <a:srgbClr val="F0F4FA"/>
                </a:solidFill>
                <a:latin typeface="Arial"/>
                <a:ea typeface="Arial"/>
                <a:cs typeface="Arial"/>
              </a:defRPr>
            </a:pPr>
            <a:r>
              <a:rPr sz="1575" b="1">
                <a:solidFill>
                  <a:srgbClr val="F0F4FA"/>
                </a:solidFill>
                <a:latin typeface="Arial"/>
                <a:ea typeface="Arial"/>
                <a:cs typeface="Arial"/>
              </a:rPr>
              <a:t>python-chess</a:t>
            </a:r>
          </a:p>
          <a:p>
            <a:pPr algn="ctr">
              <a:buNone/>
              <a:defRPr sz="1575" b="1">
                <a:solidFill>
                  <a:srgbClr val="F0F4FA"/>
                </a:solidFill>
                <a:latin typeface="Arial"/>
                <a:ea typeface="Arial"/>
                <a:cs typeface="Arial"/>
              </a:defRPr>
            </a:pPr>
            <a:r>
              <a:rPr sz="1575" b="1">
                <a:solidFill>
                  <a:srgbClr val="F0F4FA"/>
                </a:solidFill>
                <a:latin typeface="Arial"/>
                <a:ea typeface="Arial"/>
                <a:cs typeface="Arial"/>
              </a:rPr>
              <a:t>position and legal moves</a:t>
            </a:r>
          </a:p>
        </p:txBody>
      </p:sp>
      <p:sp>
        <p:nvSpPr>
          <p:cNvPr id="8" name="Rectangle: Rounded Corners 7">
            <a:extLst>
              <a:ext uri="{FF2B5EF4-FFF2-40B4-BE49-F238E27FC236}">
                <a16:creationId xmlns:a16="http://schemas.microsoft.com/office/drawing/2014/main" id="{E82497C9-E3CA-4D07-81F1-405E563F0E28}"/>
              </a:ext>
            </a:extLst>
          </p:cNvPr>
          <p:cNvSpPr>
            <a:spLocks noGrp="1"/>
          </p:cNvSpPr>
          <p:nvPr/>
        </p:nvSpPr>
        <p:spPr>
          <a:xfrm>
            <a:off x="6800850" y="3067050"/>
            <a:ext cx="2333625" cy="876300"/>
          </a:xfrm>
          <a:prstGeom prst="roundRect">
            <a:avLst>
              <a:gd name="adj" fmla="val 8696"/>
            </a:avLst>
          </a:prstGeom>
          <a:solidFill>
            <a:srgbClr val="202B3D"/>
          </a:solidFill>
          <a:ln w="13335">
            <a:solidFill>
              <a:srgbClr val="48586F"/>
            </a:solidFill>
            <a:prstDash val="solid"/>
          </a:ln>
        </p:spPr>
        <p:txBody>
          <a:bodyPr wrap="square" lIns="76200" tIns="47625" rIns="76200" bIns="47625" anchor="ctr">
            <a:normAutofit/>
          </a:bodyPr>
          <a:lstStyle>
            <a:defPPr algn="ctr">
              <a:defRPr sz="1575" b="1">
                <a:solidFill>
                  <a:srgbClr val="41CF94"/>
                </a:solidFill>
                <a:latin typeface="Arial"/>
                <a:ea typeface="Arial"/>
                <a:cs typeface="Arial"/>
              </a:defRPr>
            </a:defPPr>
            <a:lvl1pPr algn="ctr">
              <a:buNone/>
              <a:defRPr sz="1575" b="1">
                <a:solidFill>
                  <a:srgbClr val="41CF94"/>
                </a:solidFill>
                <a:latin typeface="Arial"/>
                <a:ea typeface="Arial"/>
                <a:cs typeface="Arial"/>
              </a:defRPr>
            </a:lvl1pPr>
            <a:lvl2pPr algn="ctr">
              <a:buNone/>
              <a:defRPr sz="1575" b="1">
                <a:solidFill>
                  <a:srgbClr val="41CF94"/>
                </a:solidFill>
                <a:latin typeface="Arial"/>
                <a:ea typeface="Arial"/>
                <a:cs typeface="Arial"/>
              </a:defRPr>
            </a:lvl2pPr>
            <a:lvl3pPr algn="ctr">
              <a:buNone/>
              <a:defRPr sz="1575" b="1">
                <a:solidFill>
                  <a:srgbClr val="41CF94"/>
                </a:solidFill>
                <a:latin typeface="Arial"/>
                <a:ea typeface="Arial"/>
                <a:cs typeface="Arial"/>
              </a:defRPr>
            </a:lvl3pPr>
            <a:lvl4pPr algn="ctr">
              <a:buNone/>
              <a:defRPr sz="1575" b="1">
                <a:solidFill>
                  <a:srgbClr val="41CF94"/>
                </a:solidFill>
                <a:latin typeface="Arial"/>
                <a:ea typeface="Arial"/>
                <a:cs typeface="Arial"/>
              </a:defRPr>
            </a:lvl4pPr>
            <a:lvl5pPr algn="ctr">
              <a:buNone/>
              <a:defRPr sz="1575" b="1">
                <a:solidFill>
                  <a:srgbClr val="41CF94"/>
                </a:solidFill>
                <a:latin typeface="Arial"/>
                <a:ea typeface="Arial"/>
                <a:cs typeface="Arial"/>
              </a:defRPr>
            </a:lvl5pPr>
            <a:lvl6pPr algn="ctr">
              <a:buNone/>
              <a:defRPr sz="1575" b="1">
                <a:solidFill>
                  <a:srgbClr val="41CF94"/>
                </a:solidFill>
                <a:latin typeface="Arial"/>
                <a:ea typeface="Arial"/>
                <a:cs typeface="Arial"/>
              </a:defRPr>
            </a:lvl6pPr>
            <a:lvl7pPr algn="ctr">
              <a:buNone/>
              <a:defRPr sz="1575" b="1">
                <a:solidFill>
                  <a:srgbClr val="41CF94"/>
                </a:solidFill>
                <a:latin typeface="Arial"/>
                <a:ea typeface="Arial"/>
                <a:cs typeface="Arial"/>
              </a:defRPr>
            </a:lvl7pPr>
            <a:lvl8pPr algn="ctr">
              <a:buNone/>
              <a:defRPr sz="1575" b="1">
                <a:solidFill>
                  <a:srgbClr val="41CF94"/>
                </a:solidFill>
                <a:latin typeface="Arial"/>
                <a:ea typeface="Arial"/>
                <a:cs typeface="Arial"/>
              </a:defRPr>
            </a:lvl8pPr>
            <a:lvl9pPr algn="ctr">
              <a:buNone/>
              <a:defRPr sz="1575" b="1">
                <a:solidFill>
                  <a:srgbClr val="41CF94"/>
                </a:solidFill>
                <a:latin typeface="Arial"/>
                <a:ea typeface="Arial"/>
                <a:cs typeface="Arial"/>
              </a:defRPr>
            </a:lvl9pPr>
          </a:lstStyle>
          <a:p>
            <a:pPr algn="ctr">
              <a:buNone/>
              <a:defRPr sz="1575" b="1">
                <a:solidFill>
                  <a:srgbClr val="41CF94"/>
                </a:solidFill>
                <a:latin typeface="Arial"/>
                <a:ea typeface="Arial"/>
                <a:cs typeface="Arial"/>
              </a:defRPr>
            </a:pPr>
            <a:r>
              <a:rPr sz="1575" b="1">
                <a:solidFill>
                  <a:srgbClr val="41CF94"/>
                </a:solidFill>
                <a:latin typeface="Arial"/>
                <a:ea typeface="Arial"/>
                <a:cs typeface="Arial"/>
              </a:rPr>
              <a:t>Custom search</a:t>
            </a:r>
          </a:p>
          <a:p>
            <a:pPr algn="ctr">
              <a:buNone/>
              <a:defRPr sz="1575" b="1">
                <a:solidFill>
                  <a:srgbClr val="41CF94"/>
                </a:solidFill>
                <a:latin typeface="Arial"/>
                <a:ea typeface="Arial"/>
                <a:cs typeface="Arial"/>
              </a:defRPr>
            </a:pPr>
            <a:r>
              <a:rPr sz="1575" b="1">
                <a:solidFill>
                  <a:srgbClr val="41CF94"/>
                </a:solidFill>
                <a:latin typeface="Arial"/>
                <a:ea typeface="Arial"/>
                <a:cs typeface="Arial"/>
              </a:rPr>
              <a:t>Minimax / Alpha-Beta</a:t>
            </a:r>
          </a:p>
        </p:txBody>
      </p:sp>
      <p:sp>
        <p:nvSpPr>
          <p:cNvPr id="9" name="Rectangle: Rounded Corners 8">
            <a:extLst>
              <a:ext uri="{FF2B5EF4-FFF2-40B4-BE49-F238E27FC236}">
                <a16:creationId xmlns:a16="http://schemas.microsoft.com/office/drawing/2014/main" id="{D6C98BFA-6E66-4AF1-9617-B3B70AE814CE}"/>
              </a:ext>
            </a:extLst>
          </p:cNvPr>
          <p:cNvSpPr>
            <a:spLocks noGrp="1"/>
          </p:cNvSpPr>
          <p:nvPr/>
        </p:nvSpPr>
        <p:spPr>
          <a:xfrm>
            <a:off x="6800850" y="4476750"/>
            <a:ext cx="2333625" cy="876300"/>
          </a:xfrm>
          <a:prstGeom prst="roundRect">
            <a:avLst>
              <a:gd name="adj" fmla="val 8696"/>
            </a:avLst>
          </a:prstGeom>
          <a:solidFill>
            <a:srgbClr val="202B3D"/>
          </a:solidFill>
          <a:ln w="13335">
            <a:solidFill>
              <a:srgbClr val="48586F"/>
            </a:solidFill>
            <a:prstDash val="solid"/>
          </a:ln>
        </p:spPr>
        <p:txBody>
          <a:bodyPr wrap="square" lIns="76200" tIns="47625" rIns="76200" bIns="47625" anchor="ctr">
            <a:normAutofit/>
          </a:bodyPr>
          <a:lstStyle>
            <a:defPPr algn="ctr">
              <a:defRPr sz="1575" b="1">
                <a:solidFill>
                  <a:srgbClr val="FFC658"/>
                </a:solidFill>
                <a:latin typeface="Arial"/>
                <a:ea typeface="Arial"/>
                <a:cs typeface="Arial"/>
              </a:defRPr>
            </a:defPPr>
            <a:lvl1pPr algn="ctr">
              <a:buNone/>
              <a:defRPr sz="1575" b="1">
                <a:solidFill>
                  <a:srgbClr val="FFC658"/>
                </a:solidFill>
                <a:latin typeface="Arial"/>
                <a:ea typeface="Arial"/>
                <a:cs typeface="Arial"/>
              </a:defRPr>
            </a:lvl1pPr>
            <a:lvl2pPr algn="ctr">
              <a:buNone/>
              <a:defRPr sz="1575" b="1">
                <a:solidFill>
                  <a:srgbClr val="FFC658"/>
                </a:solidFill>
                <a:latin typeface="Arial"/>
                <a:ea typeface="Arial"/>
                <a:cs typeface="Arial"/>
              </a:defRPr>
            </a:lvl2pPr>
            <a:lvl3pPr algn="ctr">
              <a:buNone/>
              <a:defRPr sz="1575" b="1">
                <a:solidFill>
                  <a:srgbClr val="FFC658"/>
                </a:solidFill>
                <a:latin typeface="Arial"/>
                <a:ea typeface="Arial"/>
                <a:cs typeface="Arial"/>
              </a:defRPr>
            </a:lvl3pPr>
            <a:lvl4pPr algn="ctr">
              <a:buNone/>
              <a:defRPr sz="1575" b="1">
                <a:solidFill>
                  <a:srgbClr val="FFC658"/>
                </a:solidFill>
                <a:latin typeface="Arial"/>
                <a:ea typeface="Arial"/>
                <a:cs typeface="Arial"/>
              </a:defRPr>
            </a:lvl4pPr>
            <a:lvl5pPr algn="ctr">
              <a:buNone/>
              <a:defRPr sz="1575" b="1">
                <a:solidFill>
                  <a:srgbClr val="FFC658"/>
                </a:solidFill>
                <a:latin typeface="Arial"/>
                <a:ea typeface="Arial"/>
                <a:cs typeface="Arial"/>
              </a:defRPr>
            </a:lvl5pPr>
            <a:lvl6pPr algn="ctr">
              <a:buNone/>
              <a:defRPr sz="1575" b="1">
                <a:solidFill>
                  <a:srgbClr val="FFC658"/>
                </a:solidFill>
                <a:latin typeface="Arial"/>
                <a:ea typeface="Arial"/>
                <a:cs typeface="Arial"/>
              </a:defRPr>
            </a:lvl6pPr>
            <a:lvl7pPr algn="ctr">
              <a:buNone/>
              <a:defRPr sz="1575" b="1">
                <a:solidFill>
                  <a:srgbClr val="FFC658"/>
                </a:solidFill>
                <a:latin typeface="Arial"/>
                <a:ea typeface="Arial"/>
                <a:cs typeface="Arial"/>
              </a:defRPr>
            </a:lvl7pPr>
            <a:lvl8pPr algn="ctr">
              <a:buNone/>
              <a:defRPr sz="1575" b="1">
                <a:solidFill>
                  <a:srgbClr val="FFC658"/>
                </a:solidFill>
                <a:latin typeface="Arial"/>
                <a:ea typeface="Arial"/>
                <a:cs typeface="Arial"/>
              </a:defRPr>
            </a:lvl8pPr>
            <a:lvl9pPr algn="ctr">
              <a:buNone/>
              <a:defRPr sz="1575" b="1">
                <a:solidFill>
                  <a:srgbClr val="FFC658"/>
                </a:solidFill>
                <a:latin typeface="Arial"/>
                <a:ea typeface="Arial"/>
                <a:cs typeface="Arial"/>
              </a:defRPr>
            </a:lvl9pPr>
          </a:lstStyle>
          <a:p>
            <a:pPr algn="ctr">
              <a:buNone/>
              <a:defRPr sz="1575" b="1">
                <a:solidFill>
                  <a:srgbClr val="FFC658"/>
                </a:solidFill>
                <a:latin typeface="Arial"/>
                <a:ea typeface="Arial"/>
                <a:cs typeface="Arial"/>
              </a:defRPr>
            </a:pPr>
            <a:r>
              <a:rPr sz="1575" b="1">
                <a:solidFill>
                  <a:srgbClr val="FFC658"/>
                </a:solidFill>
                <a:latin typeface="Arial"/>
                <a:ea typeface="Arial"/>
                <a:cs typeface="Arial"/>
              </a:rPr>
              <a:t>Stockfish</a:t>
            </a:r>
          </a:p>
          <a:p>
            <a:pPr algn="ctr">
              <a:buNone/>
              <a:defRPr sz="1575" b="1">
                <a:solidFill>
                  <a:srgbClr val="FFC658"/>
                </a:solidFill>
                <a:latin typeface="Arial"/>
                <a:ea typeface="Arial"/>
                <a:cs typeface="Arial"/>
              </a:defRPr>
            </a:pPr>
            <a:r>
              <a:rPr sz="1575" b="1">
                <a:solidFill>
                  <a:srgbClr val="FFC658"/>
                </a:solidFill>
                <a:latin typeface="Arial"/>
                <a:ea typeface="Arial"/>
                <a:cs typeface="Arial"/>
              </a:rPr>
              <a:t>play opponent</a:t>
            </a:r>
          </a:p>
        </p:txBody>
      </p:sp>
      <p:sp>
        <p:nvSpPr>
          <p:cNvPr id="10" name="Rectangle: Rounded Corners 9">
            <a:extLst>
              <a:ext uri="{FF2B5EF4-FFF2-40B4-BE49-F238E27FC236}">
                <a16:creationId xmlns:a16="http://schemas.microsoft.com/office/drawing/2014/main" id="{84A8472F-E7B8-4B81-B0AB-8F97BA4741E3}"/>
              </a:ext>
            </a:extLst>
          </p:cNvPr>
          <p:cNvSpPr>
            <a:spLocks noGrp="1"/>
          </p:cNvSpPr>
          <p:nvPr/>
        </p:nvSpPr>
        <p:spPr>
          <a:xfrm>
            <a:off x="9810750" y="3752850"/>
            <a:ext cx="2000250" cy="876300"/>
          </a:xfrm>
          <a:prstGeom prst="roundRect">
            <a:avLst>
              <a:gd name="adj" fmla="val 8696"/>
            </a:avLst>
          </a:prstGeom>
          <a:solidFill>
            <a:srgbClr val="202B3D"/>
          </a:solidFill>
          <a:ln w="13335">
            <a:solidFill>
              <a:srgbClr val="48586F"/>
            </a:solidFill>
            <a:prstDash val="solid"/>
          </a:ln>
        </p:spPr>
        <p:txBody>
          <a:bodyPr wrap="square" lIns="76200" tIns="47625" rIns="76200" bIns="47625" anchor="ctr">
            <a:normAutofit/>
          </a:bodyPr>
          <a:lstStyle>
            <a:defPPr algn="ctr">
              <a:defRPr sz="1500" b="1">
                <a:solidFill>
                  <a:srgbClr val="AE8BFF"/>
                </a:solidFill>
                <a:latin typeface="Arial"/>
                <a:ea typeface="Arial"/>
                <a:cs typeface="Arial"/>
              </a:defRPr>
            </a:defPPr>
            <a:lvl1pPr algn="ctr">
              <a:buNone/>
              <a:defRPr sz="1500" b="1">
                <a:solidFill>
                  <a:srgbClr val="AE8BFF"/>
                </a:solidFill>
                <a:latin typeface="Arial"/>
                <a:ea typeface="Arial"/>
                <a:cs typeface="Arial"/>
              </a:defRPr>
            </a:lvl1pPr>
            <a:lvl2pPr algn="ctr">
              <a:buNone/>
              <a:defRPr sz="1500" b="1">
                <a:solidFill>
                  <a:srgbClr val="AE8BFF"/>
                </a:solidFill>
                <a:latin typeface="Arial"/>
                <a:ea typeface="Arial"/>
                <a:cs typeface="Arial"/>
              </a:defRPr>
            </a:lvl2pPr>
            <a:lvl3pPr algn="ctr">
              <a:buNone/>
              <a:defRPr sz="1500" b="1">
                <a:solidFill>
                  <a:srgbClr val="AE8BFF"/>
                </a:solidFill>
                <a:latin typeface="Arial"/>
                <a:ea typeface="Arial"/>
                <a:cs typeface="Arial"/>
              </a:defRPr>
            </a:lvl3pPr>
            <a:lvl4pPr algn="ctr">
              <a:buNone/>
              <a:defRPr sz="1500" b="1">
                <a:solidFill>
                  <a:srgbClr val="AE8BFF"/>
                </a:solidFill>
                <a:latin typeface="Arial"/>
                <a:ea typeface="Arial"/>
                <a:cs typeface="Arial"/>
              </a:defRPr>
            </a:lvl4pPr>
            <a:lvl5pPr algn="ctr">
              <a:buNone/>
              <a:defRPr sz="1500" b="1">
                <a:solidFill>
                  <a:srgbClr val="AE8BFF"/>
                </a:solidFill>
                <a:latin typeface="Arial"/>
                <a:ea typeface="Arial"/>
                <a:cs typeface="Arial"/>
              </a:defRPr>
            </a:lvl5pPr>
            <a:lvl6pPr algn="ctr">
              <a:buNone/>
              <a:defRPr sz="1500" b="1">
                <a:solidFill>
                  <a:srgbClr val="AE8BFF"/>
                </a:solidFill>
                <a:latin typeface="Arial"/>
                <a:ea typeface="Arial"/>
                <a:cs typeface="Arial"/>
              </a:defRPr>
            </a:lvl6pPr>
            <a:lvl7pPr algn="ctr">
              <a:buNone/>
              <a:defRPr sz="1500" b="1">
                <a:solidFill>
                  <a:srgbClr val="AE8BFF"/>
                </a:solidFill>
                <a:latin typeface="Arial"/>
                <a:ea typeface="Arial"/>
                <a:cs typeface="Arial"/>
              </a:defRPr>
            </a:lvl7pPr>
            <a:lvl8pPr algn="ctr">
              <a:buNone/>
              <a:defRPr sz="1500" b="1">
                <a:solidFill>
                  <a:srgbClr val="AE8BFF"/>
                </a:solidFill>
                <a:latin typeface="Arial"/>
                <a:ea typeface="Arial"/>
                <a:cs typeface="Arial"/>
              </a:defRPr>
            </a:lvl8pPr>
            <a:lvl9pPr algn="ctr">
              <a:buNone/>
              <a:defRPr sz="1500" b="1">
                <a:solidFill>
                  <a:srgbClr val="AE8BFF"/>
                </a:solidFill>
                <a:latin typeface="Arial"/>
                <a:ea typeface="Arial"/>
                <a:cs typeface="Arial"/>
              </a:defRPr>
            </a:lvl9pPr>
          </a:lstStyle>
          <a:p>
            <a:pPr algn="ctr">
              <a:buNone/>
              <a:defRPr sz="1500" b="1">
                <a:solidFill>
                  <a:srgbClr val="AE8BFF"/>
                </a:solidFill>
                <a:latin typeface="Arial"/>
                <a:ea typeface="Arial"/>
                <a:cs typeface="Arial"/>
              </a:defRPr>
            </a:pPr>
            <a:r>
              <a:rPr sz="1500" b="1">
                <a:solidFill>
                  <a:srgbClr val="AE8BFF"/>
                </a:solidFill>
                <a:latin typeface="Arial"/>
                <a:ea typeface="Arial"/>
                <a:cs typeface="Arial"/>
              </a:rPr>
              <a:t>Scores, counters</a:t>
            </a:r>
          </a:p>
          <a:p>
            <a:pPr algn="ctr">
              <a:buNone/>
              <a:defRPr sz="1500" b="1">
                <a:solidFill>
                  <a:srgbClr val="AE8BFF"/>
                </a:solidFill>
                <a:latin typeface="Arial"/>
                <a:ea typeface="Arial"/>
                <a:cs typeface="Arial"/>
              </a:defRPr>
            </a:pPr>
            <a:r>
              <a:rPr sz="1500" b="1">
                <a:solidFill>
                  <a:srgbClr val="AE8BFF"/>
                </a:solidFill>
                <a:latin typeface="Arial"/>
                <a:ea typeface="Arial"/>
                <a:cs typeface="Arial"/>
              </a:rPr>
              <a:t>and search tree</a:t>
            </a:r>
          </a:p>
        </p:txBody>
      </p:sp>
      <p:sp>
        <p:nvSpPr>
          <p:cNvPr id="16" name="Rectangle 15">
            <a:extLst>
              <a:ext uri="{FF2B5EF4-FFF2-40B4-BE49-F238E27FC236}">
                <a16:creationId xmlns:a16="http://schemas.microsoft.com/office/drawing/2014/main" id="{24DB9D41-3840-447E-BD25-FD9868B77CC2}"/>
              </a:ext>
            </a:extLst>
          </p:cNvPr>
          <p:cNvSpPr>
            <a:spLocks noGrp="1"/>
          </p:cNvSpPr>
          <p:nvPr/>
        </p:nvSpPr>
        <p:spPr>
          <a:xfrm>
            <a:off x="666750" y="5524500"/>
            <a:ext cx="10477500" cy="533400"/>
          </a:xfrm>
          <a:prstGeom prst="rect">
            <a:avLst/>
          </a:prstGeom>
          <a:noFill/>
          <a:ln w="0">
            <a:noFill/>
            <a:prstDash val="solid"/>
          </a:ln>
        </p:spPr>
        <p:txBody>
          <a:bodyPr wrap="square" lIns="0" tIns="0" rIns="0" bIns="0" anchor="t">
            <a:normAutofit fontScale="93934"/>
          </a:bodyPr>
          <a:lstStyle>
            <a:defPPr algn="l">
              <a:defRPr sz="1725" b="0">
                <a:solidFill>
                  <a:srgbClr val="AFBBCB"/>
                </a:solidFill>
                <a:latin typeface="Arial"/>
                <a:ea typeface="Arial"/>
                <a:cs typeface="Arial"/>
              </a:defRPr>
            </a:defPPr>
            <a:lvl1pPr algn="l">
              <a:buNone/>
              <a:defRPr sz="1725" b="0">
                <a:solidFill>
                  <a:srgbClr val="AFBBCB"/>
                </a:solidFill>
                <a:latin typeface="Arial"/>
                <a:ea typeface="Arial"/>
                <a:cs typeface="Arial"/>
              </a:defRPr>
            </a:lvl1pPr>
            <a:lvl2pPr algn="l">
              <a:buNone/>
              <a:defRPr sz="1725" b="0">
                <a:solidFill>
                  <a:srgbClr val="AFBBCB"/>
                </a:solidFill>
                <a:latin typeface="Arial"/>
                <a:ea typeface="Arial"/>
                <a:cs typeface="Arial"/>
              </a:defRPr>
            </a:lvl2pPr>
            <a:lvl3pPr algn="l">
              <a:buNone/>
              <a:defRPr sz="1725" b="0">
                <a:solidFill>
                  <a:srgbClr val="AFBBCB"/>
                </a:solidFill>
                <a:latin typeface="Arial"/>
                <a:ea typeface="Arial"/>
                <a:cs typeface="Arial"/>
              </a:defRPr>
            </a:lvl3pPr>
            <a:lvl4pPr algn="l">
              <a:buNone/>
              <a:defRPr sz="1725" b="0">
                <a:solidFill>
                  <a:srgbClr val="AFBBCB"/>
                </a:solidFill>
                <a:latin typeface="Arial"/>
                <a:ea typeface="Arial"/>
                <a:cs typeface="Arial"/>
              </a:defRPr>
            </a:lvl4pPr>
            <a:lvl5pPr algn="l">
              <a:buNone/>
              <a:defRPr sz="1725" b="0">
                <a:solidFill>
                  <a:srgbClr val="AFBBCB"/>
                </a:solidFill>
                <a:latin typeface="Arial"/>
                <a:ea typeface="Arial"/>
                <a:cs typeface="Arial"/>
              </a:defRPr>
            </a:lvl5pPr>
            <a:lvl6pPr algn="l">
              <a:buNone/>
              <a:defRPr sz="1725" b="0">
                <a:solidFill>
                  <a:srgbClr val="AFBBCB"/>
                </a:solidFill>
                <a:latin typeface="Arial"/>
                <a:ea typeface="Arial"/>
                <a:cs typeface="Arial"/>
              </a:defRPr>
            </a:lvl6pPr>
            <a:lvl7pPr algn="l">
              <a:buNone/>
              <a:defRPr sz="1725" b="0">
                <a:solidFill>
                  <a:srgbClr val="AFBBCB"/>
                </a:solidFill>
                <a:latin typeface="Arial"/>
                <a:ea typeface="Arial"/>
                <a:cs typeface="Arial"/>
              </a:defRPr>
            </a:lvl7pPr>
            <a:lvl8pPr algn="l">
              <a:buNone/>
              <a:defRPr sz="1725" b="0">
                <a:solidFill>
                  <a:srgbClr val="AFBBCB"/>
                </a:solidFill>
                <a:latin typeface="Arial"/>
                <a:ea typeface="Arial"/>
                <a:cs typeface="Arial"/>
              </a:defRPr>
            </a:lvl8pPr>
            <a:lvl9pPr algn="l">
              <a:buNone/>
              <a:defRPr sz="1725" b="0">
                <a:solidFill>
                  <a:srgbClr val="AFBBCB"/>
                </a:solidFill>
                <a:latin typeface="Arial"/>
                <a:ea typeface="Arial"/>
                <a:cs typeface="Arial"/>
              </a:defRPr>
            </a:lvl9pPr>
          </a:lstStyle>
          <a:p>
            <a:pPr algn="l">
              <a:lnSpc>
                <a:spcPct val="108000"/>
              </a:lnSpc>
              <a:buNone/>
              <a:defRPr sz="1725" b="0">
                <a:solidFill>
                  <a:srgbClr val="AFBBCB"/>
                </a:solidFill>
                <a:latin typeface="Arial"/>
                <a:ea typeface="Arial"/>
                <a:cs typeface="Arial"/>
              </a:defRPr>
            </a:pPr>
            <a:r>
              <a:rPr sz="1725" b="0">
                <a:solidFill>
                  <a:srgbClr val="AFBBCB"/>
                </a:solidFill>
                <a:latin typeface="Arial"/>
                <a:ea typeface="Arial"/>
                <a:cs typeface="Arial"/>
              </a:rPr>
              <a:t>The comparison mode uses the custom algorithms. Play mode uses Stockfish, with an optional Minimax move for White.</a:t>
            </a:r>
          </a:p>
        </p:txBody>
      </p:sp>
    </p:spTree>
    <p:extLst>
      <p:ext uri="{BB962C8B-B14F-4D97-AF65-F5344CB8AC3E}">
        <p14:creationId xmlns:p14="http://schemas.microsoft.com/office/powerpoint/2010/main" val="13516340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131D"/>
        </a:solidFill>
        <a:effectLst/>
      </p:bgPr>
    </p:bg>
    <p:spTree>
      <p:nvGrpSpPr>
        <p:cNvPr id="1" name=""/>
        <p:cNvGrpSpPr/>
        <p:nvPr/>
      </p:nvGrpSpPr>
      <p:grpSpPr>
        <a:xfrm>
          <a:off x="0" y="0"/>
          <a:ext cx="0" cy="0"/>
          <a:chOff x="0" y="0"/>
          <a:chExt cx="0" cy="0"/>
        </a:xfrm>
      </p:grpSpPr>
      <p:cxnSp>
        <p:nvCxnSpPr>
          <p:cNvPr id="19" name="Straight Arrow Connector 18">
            <a:extLst>
              <a:ext uri="{FF2B5EF4-FFF2-40B4-BE49-F238E27FC236}">
                <a16:creationId xmlns:a16="http://schemas.microsoft.com/office/drawing/2014/main" id="{5EDC6AD3-A1F7-4198-9E58-FA59C76C3AE0}"/>
              </a:ext>
            </a:extLst>
          </p:cNvPr>
          <p:cNvCxnSpPr>
            <a:stCxn id="9" idx="2"/>
            <a:endCxn id="13" idx="0"/>
          </p:cNvCxnSpPr>
          <p:nvPr/>
        </p:nvCxnSpPr>
        <p:spPr>
          <a:xfrm>
            <a:off x="9191625" y="3619500"/>
            <a:ext cx="762000" cy="876300"/>
          </a:xfrm>
          <a:prstGeom prst="straightConnector1">
            <a:avLst/>
          </a:prstGeom>
          <a:ln w="19050">
            <a:solidFill>
              <a:srgbClr val="48586F"/>
            </a:solidFill>
            <a:prstDash val="solid"/>
            <a:tailEnd type="arrow" w="sm" len="sm"/>
          </a:ln>
        </p:spPr>
      </p:cxnSp>
      <p:cxnSp>
        <p:nvCxnSpPr>
          <p:cNvPr id="18" name="Straight Arrow Connector 17">
            <a:extLst>
              <a:ext uri="{FF2B5EF4-FFF2-40B4-BE49-F238E27FC236}">
                <a16:creationId xmlns:a16="http://schemas.microsoft.com/office/drawing/2014/main" id="{F547BFAA-CCED-48F2-81EE-43430F9F7150}"/>
              </a:ext>
            </a:extLst>
          </p:cNvPr>
          <p:cNvCxnSpPr>
            <a:stCxn id="9" idx="2"/>
            <a:endCxn id="12" idx="0"/>
          </p:cNvCxnSpPr>
          <p:nvPr/>
        </p:nvCxnSpPr>
        <p:spPr>
          <a:xfrm flipH="1">
            <a:off x="8191500" y="3619500"/>
            <a:ext cx="1000125" cy="876300"/>
          </a:xfrm>
          <a:prstGeom prst="straightConnector1">
            <a:avLst/>
          </a:prstGeom>
          <a:ln w="19050">
            <a:solidFill>
              <a:srgbClr val="48586F"/>
            </a:solidFill>
            <a:prstDash val="solid"/>
            <a:tailEnd type="arrow" w="sm" len="sm"/>
          </a:ln>
        </p:spPr>
      </p:cxnSp>
      <p:cxnSp>
        <p:nvCxnSpPr>
          <p:cNvPr id="17" name="Straight Arrow Connector 16">
            <a:extLst>
              <a:ext uri="{FF2B5EF4-FFF2-40B4-BE49-F238E27FC236}">
                <a16:creationId xmlns:a16="http://schemas.microsoft.com/office/drawing/2014/main" id="{0F37FA3F-E4E0-47B0-9BEF-6787EB4BFC2A}"/>
              </a:ext>
            </a:extLst>
          </p:cNvPr>
          <p:cNvCxnSpPr>
            <a:stCxn id="8" idx="2"/>
            <a:endCxn id="11" idx="0"/>
          </p:cNvCxnSpPr>
          <p:nvPr/>
        </p:nvCxnSpPr>
        <p:spPr>
          <a:xfrm>
            <a:off x="6048375" y="3619500"/>
            <a:ext cx="762000" cy="876300"/>
          </a:xfrm>
          <a:prstGeom prst="straightConnector1">
            <a:avLst/>
          </a:prstGeom>
          <a:ln w="19050">
            <a:solidFill>
              <a:srgbClr val="48586F"/>
            </a:solidFill>
            <a:prstDash val="solid"/>
            <a:tailEnd type="arrow" w="sm" len="sm"/>
          </a:ln>
        </p:spPr>
      </p:cxnSp>
      <p:cxnSp>
        <p:nvCxnSpPr>
          <p:cNvPr id="16" name="Straight Arrow Connector 15">
            <a:extLst>
              <a:ext uri="{FF2B5EF4-FFF2-40B4-BE49-F238E27FC236}">
                <a16:creationId xmlns:a16="http://schemas.microsoft.com/office/drawing/2014/main" id="{55197FD2-2AD7-457E-967F-222DF7E2B856}"/>
              </a:ext>
            </a:extLst>
          </p:cNvPr>
          <p:cNvCxnSpPr>
            <a:stCxn id="8" idx="2"/>
            <a:endCxn id="10" idx="0"/>
          </p:cNvCxnSpPr>
          <p:nvPr/>
        </p:nvCxnSpPr>
        <p:spPr>
          <a:xfrm flipH="1">
            <a:off x="5048250" y="3619500"/>
            <a:ext cx="1000125" cy="876300"/>
          </a:xfrm>
          <a:prstGeom prst="straightConnector1">
            <a:avLst/>
          </a:prstGeom>
          <a:ln w="19050">
            <a:solidFill>
              <a:srgbClr val="48586F"/>
            </a:solidFill>
            <a:prstDash val="solid"/>
            <a:tailEnd type="arrow" w="sm" len="sm"/>
          </a:ln>
        </p:spPr>
      </p:cxnSp>
      <p:cxnSp>
        <p:nvCxnSpPr>
          <p:cNvPr id="15" name="Straight Arrow Connector 14">
            <a:extLst>
              <a:ext uri="{FF2B5EF4-FFF2-40B4-BE49-F238E27FC236}">
                <a16:creationId xmlns:a16="http://schemas.microsoft.com/office/drawing/2014/main" id="{125640E6-E94F-427C-BE4F-0C4ADA1BB6FF}"/>
              </a:ext>
            </a:extLst>
          </p:cNvPr>
          <p:cNvCxnSpPr>
            <a:stCxn id="7" idx="2"/>
            <a:endCxn id="9" idx="0"/>
          </p:cNvCxnSpPr>
          <p:nvPr/>
        </p:nvCxnSpPr>
        <p:spPr>
          <a:xfrm>
            <a:off x="6048375" y="2219325"/>
            <a:ext cx="3143250" cy="733425"/>
          </a:xfrm>
          <a:prstGeom prst="straightConnector1">
            <a:avLst/>
          </a:prstGeom>
          <a:ln w="19050">
            <a:solidFill>
              <a:srgbClr val="5BB1FF"/>
            </a:solidFill>
            <a:prstDash val="solid"/>
            <a:tailEnd type="arrow" w="sm" len="sm"/>
          </a:ln>
        </p:spPr>
      </p:cxnSp>
      <p:cxnSp>
        <p:nvCxnSpPr>
          <p:cNvPr id="14" name="Straight Arrow Connector 13">
            <a:extLst>
              <a:ext uri="{FF2B5EF4-FFF2-40B4-BE49-F238E27FC236}">
                <a16:creationId xmlns:a16="http://schemas.microsoft.com/office/drawing/2014/main" id="{73C2B297-729F-4C01-8B68-4D4A234C8570}"/>
              </a:ext>
            </a:extLst>
          </p:cNvPr>
          <p:cNvCxnSpPr>
            <a:stCxn id="7" idx="2"/>
            <a:endCxn id="8" idx="0"/>
          </p:cNvCxnSpPr>
          <p:nvPr/>
        </p:nvCxnSpPr>
        <p:spPr>
          <a:xfrm>
            <a:off x="6048375" y="2219325"/>
            <a:ext cx="0" cy="733425"/>
          </a:xfrm>
          <a:prstGeom prst="straightConnector1">
            <a:avLst/>
          </a:prstGeom>
          <a:ln w="19050">
            <a:solidFill>
              <a:srgbClr val="5BB1FF"/>
            </a:solidFill>
            <a:prstDash val="solid"/>
            <a:tailEnd type="arrow" w="sm" len="sm"/>
          </a:ln>
        </p:spPr>
      </p:cxnSp>
      <p:sp>
        <p:nvSpPr>
          <p:cNvPr id="23" name="Rectangle 22">
            <a:extLst>
              <a:ext uri="{FF2B5EF4-FFF2-40B4-BE49-F238E27FC236}">
                <a16:creationId xmlns:a16="http://schemas.microsoft.com/office/drawing/2014/main" id="{846A35A4-B397-4281-AF16-1A90F87A2A80}"/>
              </a:ext>
            </a:extLst>
          </p:cNvPr>
          <p:cNvSpPr>
            <a:spLocks noGrp="1"/>
          </p:cNvSpPr>
          <p:nvPr/>
        </p:nvSpPr>
        <p:spPr>
          <a:xfrm>
            <a:off x="609600" y="400050"/>
            <a:ext cx="10810875" cy="647700"/>
          </a:xfrm>
          <a:prstGeom prst="rect">
            <a:avLst/>
          </a:prstGeom>
          <a:noFill/>
          <a:ln w="0">
            <a:noFill/>
            <a:prstDash val="solid"/>
          </a:ln>
        </p:spPr>
        <p:txBody>
          <a:bodyPr wrap="square" lIns="0" tIns="0" rIns="0" bIns="0" anchor="t">
            <a:normAutofit/>
          </a:bodyPr>
          <a:lstStyle>
            <a:defPPr algn="l">
              <a:defRPr sz="3450" b="1">
                <a:solidFill>
                  <a:srgbClr val="F0F4FA"/>
                </a:solidFill>
                <a:latin typeface="Arial"/>
                <a:ea typeface="Arial"/>
                <a:cs typeface="Arial"/>
              </a:defRPr>
            </a:defPPr>
            <a:lvl1pPr algn="l">
              <a:buNone/>
              <a:defRPr sz="3450" b="1">
                <a:solidFill>
                  <a:srgbClr val="F0F4FA"/>
                </a:solidFill>
                <a:latin typeface="Arial"/>
                <a:ea typeface="Arial"/>
                <a:cs typeface="Arial"/>
              </a:defRPr>
            </a:lvl1pPr>
            <a:lvl2pPr algn="l">
              <a:buNone/>
              <a:defRPr sz="3450" b="1">
                <a:solidFill>
                  <a:srgbClr val="F0F4FA"/>
                </a:solidFill>
                <a:latin typeface="Arial"/>
                <a:ea typeface="Arial"/>
                <a:cs typeface="Arial"/>
              </a:defRPr>
            </a:lvl2pPr>
            <a:lvl3pPr algn="l">
              <a:buNone/>
              <a:defRPr sz="3450" b="1">
                <a:solidFill>
                  <a:srgbClr val="F0F4FA"/>
                </a:solidFill>
                <a:latin typeface="Arial"/>
                <a:ea typeface="Arial"/>
                <a:cs typeface="Arial"/>
              </a:defRPr>
            </a:lvl3pPr>
            <a:lvl4pPr algn="l">
              <a:buNone/>
              <a:defRPr sz="3450" b="1">
                <a:solidFill>
                  <a:srgbClr val="F0F4FA"/>
                </a:solidFill>
                <a:latin typeface="Arial"/>
                <a:ea typeface="Arial"/>
                <a:cs typeface="Arial"/>
              </a:defRPr>
            </a:lvl4pPr>
            <a:lvl5pPr algn="l">
              <a:buNone/>
              <a:defRPr sz="3450" b="1">
                <a:solidFill>
                  <a:srgbClr val="F0F4FA"/>
                </a:solidFill>
                <a:latin typeface="Arial"/>
                <a:ea typeface="Arial"/>
                <a:cs typeface="Arial"/>
              </a:defRPr>
            </a:lvl5pPr>
            <a:lvl6pPr algn="l">
              <a:buNone/>
              <a:defRPr sz="3450" b="1">
                <a:solidFill>
                  <a:srgbClr val="F0F4FA"/>
                </a:solidFill>
                <a:latin typeface="Arial"/>
                <a:ea typeface="Arial"/>
                <a:cs typeface="Arial"/>
              </a:defRPr>
            </a:lvl6pPr>
            <a:lvl7pPr algn="l">
              <a:buNone/>
              <a:defRPr sz="3450" b="1">
                <a:solidFill>
                  <a:srgbClr val="F0F4FA"/>
                </a:solidFill>
                <a:latin typeface="Arial"/>
                <a:ea typeface="Arial"/>
                <a:cs typeface="Arial"/>
              </a:defRPr>
            </a:lvl7pPr>
            <a:lvl8pPr algn="l">
              <a:buNone/>
              <a:defRPr sz="3450" b="1">
                <a:solidFill>
                  <a:srgbClr val="F0F4FA"/>
                </a:solidFill>
                <a:latin typeface="Arial"/>
                <a:ea typeface="Arial"/>
                <a:cs typeface="Arial"/>
              </a:defRPr>
            </a:lvl8pPr>
            <a:lvl9pPr algn="l">
              <a:buNone/>
              <a:defRPr sz="3450" b="1">
                <a:solidFill>
                  <a:srgbClr val="F0F4FA"/>
                </a:solidFill>
                <a:latin typeface="Arial"/>
                <a:ea typeface="Arial"/>
                <a:cs typeface="Arial"/>
              </a:defRPr>
            </a:lvl9pPr>
          </a:lstStyle>
          <a:p>
            <a:pPr algn="l">
              <a:lnSpc>
                <a:spcPct val="108000"/>
              </a:lnSpc>
              <a:buNone/>
              <a:defRPr sz="3450" b="1">
                <a:solidFill>
                  <a:srgbClr val="F0F4FA"/>
                </a:solidFill>
                <a:latin typeface="Arial"/>
                <a:ea typeface="Arial"/>
                <a:cs typeface="Arial"/>
              </a:defRPr>
            </a:pPr>
            <a:r>
              <a:rPr sz="3450" b="1">
                <a:solidFill>
                  <a:srgbClr val="F0F4FA"/>
                </a:solidFill>
                <a:latin typeface="Arial"/>
                <a:ea typeface="Arial"/>
                <a:cs typeface="Arial"/>
              </a:rPr>
              <a:t>Minimax searches the full tree</a:t>
            </a:r>
          </a:p>
        </p:txBody>
      </p:sp>
      <p:sp>
        <p:nvSpPr>
          <p:cNvPr id="2" name="Rectangle 1">
            <a:extLst>
              <a:ext uri="{FF2B5EF4-FFF2-40B4-BE49-F238E27FC236}">
                <a16:creationId xmlns:a16="http://schemas.microsoft.com/office/drawing/2014/main" id="{82E84620-F057-4AB4-8068-0F816F609295}"/>
              </a:ext>
            </a:extLst>
          </p:cNvPr>
          <p:cNvSpPr>
            <a:spLocks noGrp="1"/>
          </p:cNvSpPr>
          <p:nvPr/>
        </p:nvSpPr>
        <p:spPr>
          <a:xfrm>
            <a:off x="609600" y="1143000"/>
            <a:ext cx="685800" cy="38100"/>
          </a:xfrm>
          <a:prstGeom prst="rect">
            <a:avLst/>
          </a:prstGeom>
          <a:solidFill>
            <a:srgbClr val="5BB1FF"/>
          </a:solidFill>
          <a:ln w="0">
            <a:noFill/>
            <a:prstDash val="solid"/>
          </a:ln>
        </p:spPr>
      </p:sp>
      <p:sp>
        <p:nvSpPr>
          <p:cNvPr id="3" name="Rectangle 2">
            <a:extLst>
              <a:ext uri="{FF2B5EF4-FFF2-40B4-BE49-F238E27FC236}">
                <a16:creationId xmlns:a16="http://schemas.microsoft.com/office/drawing/2014/main" id="{6F8811D7-BBAC-4D0B-BB4D-B23D0CB11CE1}"/>
              </a:ext>
            </a:extLst>
          </p:cNvPr>
          <p:cNvSpPr>
            <a:spLocks noGrp="1"/>
          </p:cNvSpPr>
          <p:nvPr/>
        </p:nvSpPr>
        <p:spPr>
          <a:xfrm>
            <a:off x="11468100" y="6400800"/>
            <a:ext cx="342900" cy="209550"/>
          </a:xfrm>
          <a:prstGeom prst="rect">
            <a:avLst/>
          </a:prstGeom>
          <a:noFill/>
          <a:ln w="0">
            <a:noFill/>
            <a:prstDash val="solid"/>
          </a:ln>
        </p:spPr>
        <p:txBody>
          <a:bodyPr wrap="square" lIns="0" tIns="0" rIns="0" bIns="0" anchor="t">
            <a:normAutofit/>
          </a:bodyPr>
          <a:lstStyle>
            <a:defPPr algn="r">
              <a:defRPr sz="1200" b="0">
                <a:solidFill>
                  <a:srgbClr val="AFBBCB"/>
                </a:solidFill>
                <a:latin typeface="Arial"/>
                <a:ea typeface="Arial"/>
                <a:cs typeface="Arial"/>
              </a:defRPr>
            </a:defPPr>
            <a:lvl1pPr algn="r">
              <a:buNone/>
              <a:defRPr sz="1200" b="0">
                <a:solidFill>
                  <a:srgbClr val="AFBBCB"/>
                </a:solidFill>
                <a:latin typeface="Arial"/>
                <a:ea typeface="Arial"/>
                <a:cs typeface="Arial"/>
              </a:defRPr>
            </a:lvl1pPr>
            <a:lvl2pPr algn="r">
              <a:buNone/>
              <a:defRPr sz="1200" b="0">
                <a:solidFill>
                  <a:srgbClr val="AFBBCB"/>
                </a:solidFill>
                <a:latin typeface="Arial"/>
                <a:ea typeface="Arial"/>
                <a:cs typeface="Arial"/>
              </a:defRPr>
            </a:lvl2pPr>
            <a:lvl3pPr algn="r">
              <a:buNone/>
              <a:defRPr sz="1200" b="0">
                <a:solidFill>
                  <a:srgbClr val="AFBBCB"/>
                </a:solidFill>
                <a:latin typeface="Arial"/>
                <a:ea typeface="Arial"/>
                <a:cs typeface="Arial"/>
              </a:defRPr>
            </a:lvl3pPr>
            <a:lvl4pPr algn="r">
              <a:buNone/>
              <a:defRPr sz="1200" b="0">
                <a:solidFill>
                  <a:srgbClr val="AFBBCB"/>
                </a:solidFill>
                <a:latin typeface="Arial"/>
                <a:ea typeface="Arial"/>
                <a:cs typeface="Arial"/>
              </a:defRPr>
            </a:lvl4pPr>
            <a:lvl5pPr algn="r">
              <a:buNone/>
              <a:defRPr sz="1200" b="0">
                <a:solidFill>
                  <a:srgbClr val="AFBBCB"/>
                </a:solidFill>
                <a:latin typeface="Arial"/>
                <a:ea typeface="Arial"/>
                <a:cs typeface="Arial"/>
              </a:defRPr>
            </a:lvl5pPr>
            <a:lvl6pPr algn="r">
              <a:buNone/>
              <a:defRPr sz="1200" b="0">
                <a:solidFill>
                  <a:srgbClr val="AFBBCB"/>
                </a:solidFill>
                <a:latin typeface="Arial"/>
                <a:ea typeface="Arial"/>
                <a:cs typeface="Arial"/>
              </a:defRPr>
            </a:lvl6pPr>
            <a:lvl7pPr algn="r">
              <a:buNone/>
              <a:defRPr sz="1200" b="0">
                <a:solidFill>
                  <a:srgbClr val="AFBBCB"/>
                </a:solidFill>
                <a:latin typeface="Arial"/>
                <a:ea typeface="Arial"/>
                <a:cs typeface="Arial"/>
              </a:defRPr>
            </a:lvl7pPr>
            <a:lvl8pPr algn="r">
              <a:buNone/>
              <a:defRPr sz="1200" b="0">
                <a:solidFill>
                  <a:srgbClr val="AFBBCB"/>
                </a:solidFill>
                <a:latin typeface="Arial"/>
                <a:ea typeface="Arial"/>
                <a:cs typeface="Arial"/>
              </a:defRPr>
            </a:lvl8pPr>
            <a:lvl9pPr algn="r">
              <a:buNone/>
              <a:defRPr sz="1200" b="0">
                <a:solidFill>
                  <a:srgbClr val="AFBBCB"/>
                </a:solidFill>
                <a:latin typeface="Arial"/>
                <a:ea typeface="Arial"/>
                <a:cs typeface="Arial"/>
              </a:defRPr>
            </a:lvl9pPr>
          </a:lstStyle>
          <a:p>
            <a:pPr algn="r">
              <a:lnSpc>
                <a:spcPct val="108000"/>
              </a:lnSpc>
              <a:buNone/>
              <a:defRPr sz="1200" b="0">
                <a:solidFill>
                  <a:srgbClr val="AFBBCB"/>
                </a:solidFill>
                <a:latin typeface="Arial"/>
                <a:ea typeface="Arial"/>
                <a:cs typeface="Arial"/>
              </a:defRPr>
            </a:pPr>
            <a:r>
              <a:rPr sz="1200" b="0">
                <a:solidFill>
                  <a:srgbClr val="AFBBCB"/>
                </a:solidFill>
                <a:latin typeface="Arial"/>
                <a:ea typeface="Arial"/>
                <a:cs typeface="Arial"/>
              </a:rPr>
              <a:t>04</a:t>
            </a:r>
          </a:p>
        </p:txBody>
      </p:sp>
      <p:sp>
        <p:nvSpPr>
          <p:cNvPr id="4" name="Rectangle 3">
            <a:extLst>
              <a:ext uri="{FF2B5EF4-FFF2-40B4-BE49-F238E27FC236}">
                <a16:creationId xmlns:a16="http://schemas.microsoft.com/office/drawing/2014/main" id="{4882360D-53A2-4353-8126-0B5AA9C203F7}"/>
              </a:ext>
            </a:extLst>
          </p:cNvPr>
          <p:cNvSpPr>
            <a:spLocks noGrp="1"/>
          </p:cNvSpPr>
          <p:nvPr/>
        </p:nvSpPr>
        <p:spPr>
          <a:xfrm>
            <a:off x="666750" y="1504950"/>
            <a:ext cx="4143375" cy="685800"/>
          </a:xfrm>
          <a:prstGeom prst="rect">
            <a:avLst/>
          </a:prstGeom>
          <a:noFill/>
          <a:ln w="0">
            <a:noFill/>
            <a:prstDash val="solid"/>
          </a:ln>
        </p:spPr>
        <p:txBody>
          <a:bodyPr wrap="square" lIns="0" tIns="0" rIns="0" bIns="0" anchor="t">
            <a:normAutofit fontScale="95785"/>
          </a:bodyPr>
          <a:lstStyle>
            <a:defPPr algn="l">
              <a:defRPr sz="2175" b="1">
                <a:solidFill>
                  <a:srgbClr val="F0F4FA"/>
                </a:solidFill>
                <a:latin typeface="Arial"/>
                <a:ea typeface="Arial"/>
                <a:cs typeface="Arial"/>
              </a:defRPr>
            </a:defPPr>
            <a:lvl1pPr algn="l">
              <a:buNone/>
              <a:defRPr sz="2175" b="1">
                <a:solidFill>
                  <a:srgbClr val="F0F4FA"/>
                </a:solidFill>
                <a:latin typeface="Arial"/>
                <a:ea typeface="Arial"/>
                <a:cs typeface="Arial"/>
              </a:defRPr>
            </a:lvl1pPr>
            <a:lvl2pPr algn="l">
              <a:buNone/>
              <a:defRPr sz="2175" b="1">
                <a:solidFill>
                  <a:srgbClr val="F0F4FA"/>
                </a:solidFill>
                <a:latin typeface="Arial"/>
                <a:ea typeface="Arial"/>
                <a:cs typeface="Arial"/>
              </a:defRPr>
            </a:lvl2pPr>
            <a:lvl3pPr algn="l">
              <a:buNone/>
              <a:defRPr sz="2175" b="1">
                <a:solidFill>
                  <a:srgbClr val="F0F4FA"/>
                </a:solidFill>
                <a:latin typeface="Arial"/>
                <a:ea typeface="Arial"/>
                <a:cs typeface="Arial"/>
              </a:defRPr>
            </a:lvl3pPr>
            <a:lvl4pPr algn="l">
              <a:buNone/>
              <a:defRPr sz="2175" b="1">
                <a:solidFill>
                  <a:srgbClr val="F0F4FA"/>
                </a:solidFill>
                <a:latin typeface="Arial"/>
                <a:ea typeface="Arial"/>
                <a:cs typeface="Arial"/>
              </a:defRPr>
            </a:lvl4pPr>
            <a:lvl5pPr algn="l">
              <a:buNone/>
              <a:defRPr sz="2175" b="1">
                <a:solidFill>
                  <a:srgbClr val="F0F4FA"/>
                </a:solidFill>
                <a:latin typeface="Arial"/>
                <a:ea typeface="Arial"/>
                <a:cs typeface="Arial"/>
              </a:defRPr>
            </a:lvl5pPr>
            <a:lvl6pPr algn="l">
              <a:buNone/>
              <a:defRPr sz="2175" b="1">
                <a:solidFill>
                  <a:srgbClr val="F0F4FA"/>
                </a:solidFill>
                <a:latin typeface="Arial"/>
                <a:ea typeface="Arial"/>
                <a:cs typeface="Arial"/>
              </a:defRPr>
            </a:lvl6pPr>
            <a:lvl7pPr algn="l">
              <a:buNone/>
              <a:defRPr sz="2175" b="1">
                <a:solidFill>
                  <a:srgbClr val="F0F4FA"/>
                </a:solidFill>
                <a:latin typeface="Arial"/>
                <a:ea typeface="Arial"/>
                <a:cs typeface="Arial"/>
              </a:defRPr>
            </a:lvl7pPr>
            <a:lvl8pPr algn="l">
              <a:buNone/>
              <a:defRPr sz="2175" b="1">
                <a:solidFill>
                  <a:srgbClr val="F0F4FA"/>
                </a:solidFill>
                <a:latin typeface="Arial"/>
                <a:ea typeface="Arial"/>
                <a:cs typeface="Arial"/>
              </a:defRPr>
            </a:lvl8pPr>
            <a:lvl9pPr algn="l">
              <a:buNone/>
              <a:defRPr sz="2175" b="1">
                <a:solidFill>
                  <a:srgbClr val="F0F4FA"/>
                </a:solidFill>
                <a:latin typeface="Arial"/>
                <a:ea typeface="Arial"/>
                <a:cs typeface="Arial"/>
              </a:defRPr>
            </a:lvl9pPr>
          </a:lstStyle>
          <a:p>
            <a:pPr algn="l">
              <a:lnSpc>
                <a:spcPct val="108000"/>
              </a:lnSpc>
              <a:buNone/>
              <a:defRPr sz="2175" b="1">
                <a:solidFill>
                  <a:srgbClr val="F0F4FA"/>
                </a:solidFill>
                <a:latin typeface="Arial"/>
                <a:ea typeface="Arial"/>
                <a:cs typeface="Arial"/>
              </a:defRPr>
            </a:pPr>
            <a:r>
              <a:rPr sz="2175" b="1">
                <a:solidFill>
                  <a:srgbClr val="F0F4FA"/>
                </a:solidFill>
                <a:latin typeface="Arial"/>
                <a:ea typeface="Arial"/>
                <a:cs typeface="Arial"/>
              </a:rPr>
              <a:t>White maximizes the score. Black minimizes it.</a:t>
            </a:r>
          </a:p>
        </p:txBody>
      </p:sp>
      <p:sp>
        <p:nvSpPr>
          <p:cNvPr id="5" name="Rectangle 4">
            <a:extLst>
              <a:ext uri="{FF2B5EF4-FFF2-40B4-BE49-F238E27FC236}">
                <a16:creationId xmlns:a16="http://schemas.microsoft.com/office/drawing/2014/main" id="{1D7651AB-0789-4CCE-9533-F7B89D47EAEC}"/>
              </a:ext>
            </a:extLst>
          </p:cNvPr>
          <p:cNvSpPr>
            <a:spLocks noGrp="1"/>
          </p:cNvSpPr>
          <p:nvPr/>
        </p:nvSpPr>
        <p:spPr>
          <a:xfrm>
            <a:off x="666750" y="2400300"/>
            <a:ext cx="3714750" cy="1190625"/>
          </a:xfrm>
          <a:prstGeom prst="rect">
            <a:avLst/>
          </a:prstGeom>
          <a:noFill/>
          <a:ln w="0">
            <a:noFill/>
            <a:prstDash val="solid"/>
          </a:ln>
        </p:spPr>
        <p:txBody>
          <a:bodyPr wrap="square" lIns="0" tIns="0" rIns="0" bIns="0" anchor="t">
            <a:normAutofit/>
          </a:bodyPr>
          <a:lstStyle>
            <a:defPPr algn="l">
              <a:defRPr sz="1725" b="0">
                <a:solidFill>
                  <a:srgbClr val="AFBBCB"/>
                </a:solidFill>
                <a:latin typeface="Arial"/>
                <a:ea typeface="Arial"/>
                <a:cs typeface="Arial"/>
              </a:defRPr>
            </a:defPPr>
            <a:lvl1pPr algn="l">
              <a:buNone/>
              <a:defRPr sz="1725" b="0">
                <a:solidFill>
                  <a:srgbClr val="AFBBCB"/>
                </a:solidFill>
                <a:latin typeface="Arial"/>
                <a:ea typeface="Arial"/>
                <a:cs typeface="Arial"/>
              </a:defRPr>
            </a:lvl1pPr>
            <a:lvl2pPr algn="l">
              <a:buNone/>
              <a:defRPr sz="1725" b="0">
                <a:solidFill>
                  <a:srgbClr val="AFBBCB"/>
                </a:solidFill>
                <a:latin typeface="Arial"/>
                <a:ea typeface="Arial"/>
                <a:cs typeface="Arial"/>
              </a:defRPr>
            </a:lvl2pPr>
            <a:lvl3pPr algn="l">
              <a:buNone/>
              <a:defRPr sz="1725" b="0">
                <a:solidFill>
                  <a:srgbClr val="AFBBCB"/>
                </a:solidFill>
                <a:latin typeface="Arial"/>
                <a:ea typeface="Arial"/>
                <a:cs typeface="Arial"/>
              </a:defRPr>
            </a:lvl3pPr>
            <a:lvl4pPr algn="l">
              <a:buNone/>
              <a:defRPr sz="1725" b="0">
                <a:solidFill>
                  <a:srgbClr val="AFBBCB"/>
                </a:solidFill>
                <a:latin typeface="Arial"/>
                <a:ea typeface="Arial"/>
                <a:cs typeface="Arial"/>
              </a:defRPr>
            </a:lvl4pPr>
            <a:lvl5pPr algn="l">
              <a:buNone/>
              <a:defRPr sz="1725" b="0">
                <a:solidFill>
                  <a:srgbClr val="AFBBCB"/>
                </a:solidFill>
                <a:latin typeface="Arial"/>
                <a:ea typeface="Arial"/>
                <a:cs typeface="Arial"/>
              </a:defRPr>
            </a:lvl5pPr>
            <a:lvl6pPr algn="l">
              <a:buNone/>
              <a:defRPr sz="1725" b="0">
                <a:solidFill>
                  <a:srgbClr val="AFBBCB"/>
                </a:solidFill>
                <a:latin typeface="Arial"/>
                <a:ea typeface="Arial"/>
                <a:cs typeface="Arial"/>
              </a:defRPr>
            </a:lvl6pPr>
            <a:lvl7pPr algn="l">
              <a:buNone/>
              <a:defRPr sz="1725" b="0">
                <a:solidFill>
                  <a:srgbClr val="AFBBCB"/>
                </a:solidFill>
                <a:latin typeface="Arial"/>
                <a:ea typeface="Arial"/>
                <a:cs typeface="Arial"/>
              </a:defRPr>
            </a:lvl7pPr>
            <a:lvl8pPr algn="l">
              <a:buNone/>
              <a:defRPr sz="1725" b="0">
                <a:solidFill>
                  <a:srgbClr val="AFBBCB"/>
                </a:solidFill>
                <a:latin typeface="Arial"/>
                <a:ea typeface="Arial"/>
                <a:cs typeface="Arial"/>
              </a:defRPr>
            </a:lvl8pPr>
            <a:lvl9pPr algn="l">
              <a:buNone/>
              <a:defRPr sz="1725" b="0">
                <a:solidFill>
                  <a:srgbClr val="AFBBCB"/>
                </a:solidFill>
                <a:latin typeface="Arial"/>
                <a:ea typeface="Arial"/>
                <a:cs typeface="Arial"/>
              </a:defRPr>
            </a:lvl9pPr>
          </a:lstStyle>
          <a:p>
            <a:pPr algn="l">
              <a:lnSpc>
                <a:spcPct val="108000"/>
              </a:lnSpc>
              <a:buNone/>
              <a:defRPr sz="1725" b="0">
                <a:solidFill>
                  <a:srgbClr val="AFBBCB"/>
                </a:solidFill>
                <a:latin typeface="Arial"/>
                <a:ea typeface="Arial"/>
                <a:cs typeface="Arial"/>
              </a:defRPr>
            </a:pPr>
            <a:r>
              <a:rPr sz="1725" b="0">
                <a:solidFill>
                  <a:srgbClr val="AFBBCB"/>
                </a:solidFill>
                <a:latin typeface="Arial"/>
                <a:ea typeface="Arial"/>
                <a:cs typeface="Arial"/>
              </a:rPr>
              <a:t>The algorithm explores each legal move to the chosen depth, then backs leaf evaluations up the tree.</a:t>
            </a:r>
          </a:p>
        </p:txBody>
      </p:sp>
      <p:sp>
        <p:nvSpPr>
          <p:cNvPr id="6" name="Rectangle 5">
            <a:extLst>
              <a:ext uri="{FF2B5EF4-FFF2-40B4-BE49-F238E27FC236}">
                <a16:creationId xmlns:a16="http://schemas.microsoft.com/office/drawing/2014/main" id="{A1A4DF4B-C7EA-4C70-9087-3D1CFFE6D387}"/>
              </a:ext>
            </a:extLst>
          </p:cNvPr>
          <p:cNvSpPr>
            <a:spLocks noGrp="1"/>
          </p:cNvSpPr>
          <p:nvPr/>
        </p:nvSpPr>
        <p:spPr>
          <a:xfrm>
            <a:off x="666750" y="4010025"/>
            <a:ext cx="3810000" cy="1295400"/>
          </a:xfrm>
          <a:prstGeom prst="rect">
            <a:avLst/>
          </a:prstGeom>
          <a:noFill/>
          <a:ln w="0">
            <a:noFill/>
            <a:prstDash val="solid"/>
          </a:ln>
        </p:spPr>
        <p:txBody>
          <a:bodyPr wrap="square" lIns="0" tIns="0" rIns="0" bIns="0" anchor="t">
            <a:normAutofit/>
          </a:bodyPr>
          <a:lstStyle>
            <a:defPPr algn="l">
              <a:defRPr sz="1650" b="0">
                <a:solidFill>
                  <a:srgbClr val="AFBBCB"/>
                </a:solidFill>
                <a:latin typeface="Arial"/>
                <a:ea typeface="Arial"/>
                <a:cs typeface="Arial"/>
              </a:defRPr>
            </a:defPPr>
            <a:lvl1pPr algn="l">
              <a:buNone/>
              <a:defRPr sz="1650" b="0">
                <a:solidFill>
                  <a:srgbClr val="AFBBCB"/>
                </a:solidFill>
                <a:latin typeface="Arial"/>
                <a:ea typeface="Arial"/>
                <a:cs typeface="Arial"/>
              </a:defRPr>
            </a:lvl1pPr>
            <a:lvl2pPr algn="l">
              <a:buNone/>
              <a:defRPr sz="1650" b="0">
                <a:solidFill>
                  <a:srgbClr val="AFBBCB"/>
                </a:solidFill>
                <a:latin typeface="Arial"/>
                <a:ea typeface="Arial"/>
                <a:cs typeface="Arial"/>
              </a:defRPr>
            </a:lvl2pPr>
            <a:lvl3pPr algn="l">
              <a:buNone/>
              <a:defRPr sz="1650" b="0">
                <a:solidFill>
                  <a:srgbClr val="AFBBCB"/>
                </a:solidFill>
                <a:latin typeface="Arial"/>
                <a:ea typeface="Arial"/>
                <a:cs typeface="Arial"/>
              </a:defRPr>
            </a:lvl3pPr>
            <a:lvl4pPr algn="l">
              <a:buNone/>
              <a:defRPr sz="1650" b="0">
                <a:solidFill>
                  <a:srgbClr val="AFBBCB"/>
                </a:solidFill>
                <a:latin typeface="Arial"/>
                <a:ea typeface="Arial"/>
                <a:cs typeface="Arial"/>
              </a:defRPr>
            </a:lvl4pPr>
            <a:lvl5pPr algn="l">
              <a:buNone/>
              <a:defRPr sz="1650" b="0">
                <a:solidFill>
                  <a:srgbClr val="AFBBCB"/>
                </a:solidFill>
                <a:latin typeface="Arial"/>
                <a:ea typeface="Arial"/>
                <a:cs typeface="Arial"/>
              </a:defRPr>
            </a:lvl5pPr>
            <a:lvl6pPr algn="l">
              <a:buNone/>
              <a:defRPr sz="1650" b="0">
                <a:solidFill>
                  <a:srgbClr val="AFBBCB"/>
                </a:solidFill>
                <a:latin typeface="Arial"/>
                <a:ea typeface="Arial"/>
                <a:cs typeface="Arial"/>
              </a:defRPr>
            </a:lvl6pPr>
            <a:lvl7pPr algn="l">
              <a:buNone/>
              <a:defRPr sz="1650" b="0">
                <a:solidFill>
                  <a:srgbClr val="AFBBCB"/>
                </a:solidFill>
                <a:latin typeface="Arial"/>
                <a:ea typeface="Arial"/>
                <a:cs typeface="Arial"/>
              </a:defRPr>
            </a:lvl7pPr>
            <a:lvl8pPr algn="l">
              <a:buNone/>
              <a:defRPr sz="1650" b="0">
                <a:solidFill>
                  <a:srgbClr val="AFBBCB"/>
                </a:solidFill>
                <a:latin typeface="Arial"/>
                <a:ea typeface="Arial"/>
                <a:cs typeface="Arial"/>
              </a:defRPr>
            </a:lvl8pPr>
            <a:lvl9pPr algn="l">
              <a:buNone/>
              <a:defRPr sz="1650" b="0">
                <a:solidFill>
                  <a:srgbClr val="AFBBCB"/>
                </a:solidFill>
                <a:latin typeface="Arial"/>
                <a:ea typeface="Arial"/>
                <a:cs typeface="Arial"/>
              </a:defRPr>
            </a:lvl9pPr>
          </a:lstStyle>
          <a:p>
            <a:pPr algn="l">
              <a:lnSpc>
                <a:spcPct val="108000"/>
              </a:lnSpc>
              <a:buNone/>
              <a:defRPr sz="1650" b="0">
                <a:solidFill>
                  <a:srgbClr val="AFBBCB"/>
                </a:solidFill>
                <a:latin typeface="Arial"/>
                <a:ea typeface="Arial"/>
                <a:cs typeface="Arial"/>
              </a:defRPr>
            </a:pPr>
            <a:r>
              <a:rPr sz="1650" b="0">
                <a:solidFill>
                  <a:srgbClr val="AFBBCB"/>
                </a:solidFill>
                <a:latin typeface="Arial"/>
                <a:ea typeface="Arial"/>
                <a:cs typeface="Arial"/>
              </a:rPr>
              <a:t>Evaluation uses material, pawn advancement, and minor-piece centralization. Terminal positions receive mate or draw scores.</a:t>
            </a:r>
          </a:p>
        </p:txBody>
      </p:sp>
      <p:sp>
        <p:nvSpPr>
          <p:cNvPr id="7" name="Rectangle: Rounded Corners 6">
            <a:extLst>
              <a:ext uri="{FF2B5EF4-FFF2-40B4-BE49-F238E27FC236}">
                <a16:creationId xmlns:a16="http://schemas.microsoft.com/office/drawing/2014/main" id="{BBD4D407-39E9-4C00-A296-143C36B8174B}"/>
              </a:ext>
            </a:extLst>
          </p:cNvPr>
          <p:cNvSpPr>
            <a:spLocks noGrp="1"/>
          </p:cNvSpPr>
          <p:nvPr/>
        </p:nvSpPr>
        <p:spPr>
          <a:xfrm>
            <a:off x="5048250" y="1552575"/>
            <a:ext cx="2000250" cy="666750"/>
          </a:xfrm>
          <a:prstGeom prst="roundRect">
            <a:avLst>
              <a:gd name="adj" fmla="val 11429"/>
            </a:avLst>
          </a:prstGeom>
          <a:solidFill>
            <a:srgbClr val="202B3D"/>
          </a:solidFill>
          <a:ln w="13335">
            <a:solidFill>
              <a:srgbClr val="48586F"/>
            </a:solidFill>
            <a:prstDash val="solid"/>
          </a:ln>
        </p:spPr>
        <p:txBody>
          <a:bodyPr wrap="square" lIns="76200" tIns="47625" rIns="76200" bIns="47625" anchor="ctr">
            <a:normAutofit/>
          </a:bodyPr>
          <a:lstStyle>
            <a:defPPr algn="ctr">
              <a:defRPr sz="1575" b="1">
                <a:solidFill>
                  <a:srgbClr val="5BB1FF"/>
                </a:solidFill>
                <a:latin typeface="Arial"/>
                <a:ea typeface="Arial"/>
                <a:cs typeface="Arial"/>
              </a:defRPr>
            </a:defPPr>
            <a:lvl1pPr algn="ctr">
              <a:buNone/>
              <a:defRPr sz="1575" b="1">
                <a:solidFill>
                  <a:srgbClr val="5BB1FF"/>
                </a:solidFill>
                <a:latin typeface="Arial"/>
                <a:ea typeface="Arial"/>
                <a:cs typeface="Arial"/>
              </a:defRPr>
            </a:lvl1pPr>
            <a:lvl2pPr algn="ctr">
              <a:buNone/>
              <a:defRPr sz="1575" b="1">
                <a:solidFill>
                  <a:srgbClr val="5BB1FF"/>
                </a:solidFill>
                <a:latin typeface="Arial"/>
                <a:ea typeface="Arial"/>
                <a:cs typeface="Arial"/>
              </a:defRPr>
            </a:lvl2pPr>
            <a:lvl3pPr algn="ctr">
              <a:buNone/>
              <a:defRPr sz="1575" b="1">
                <a:solidFill>
                  <a:srgbClr val="5BB1FF"/>
                </a:solidFill>
                <a:latin typeface="Arial"/>
                <a:ea typeface="Arial"/>
                <a:cs typeface="Arial"/>
              </a:defRPr>
            </a:lvl3pPr>
            <a:lvl4pPr algn="ctr">
              <a:buNone/>
              <a:defRPr sz="1575" b="1">
                <a:solidFill>
                  <a:srgbClr val="5BB1FF"/>
                </a:solidFill>
                <a:latin typeface="Arial"/>
                <a:ea typeface="Arial"/>
                <a:cs typeface="Arial"/>
              </a:defRPr>
            </a:lvl4pPr>
            <a:lvl5pPr algn="ctr">
              <a:buNone/>
              <a:defRPr sz="1575" b="1">
                <a:solidFill>
                  <a:srgbClr val="5BB1FF"/>
                </a:solidFill>
                <a:latin typeface="Arial"/>
                <a:ea typeface="Arial"/>
                <a:cs typeface="Arial"/>
              </a:defRPr>
            </a:lvl5pPr>
            <a:lvl6pPr algn="ctr">
              <a:buNone/>
              <a:defRPr sz="1575" b="1">
                <a:solidFill>
                  <a:srgbClr val="5BB1FF"/>
                </a:solidFill>
                <a:latin typeface="Arial"/>
                <a:ea typeface="Arial"/>
                <a:cs typeface="Arial"/>
              </a:defRPr>
            </a:lvl6pPr>
            <a:lvl7pPr algn="ctr">
              <a:buNone/>
              <a:defRPr sz="1575" b="1">
                <a:solidFill>
                  <a:srgbClr val="5BB1FF"/>
                </a:solidFill>
                <a:latin typeface="Arial"/>
                <a:ea typeface="Arial"/>
                <a:cs typeface="Arial"/>
              </a:defRPr>
            </a:lvl7pPr>
            <a:lvl8pPr algn="ctr">
              <a:buNone/>
              <a:defRPr sz="1575" b="1">
                <a:solidFill>
                  <a:srgbClr val="5BB1FF"/>
                </a:solidFill>
                <a:latin typeface="Arial"/>
                <a:ea typeface="Arial"/>
                <a:cs typeface="Arial"/>
              </a:defRPr>
            </a:lvl8pPr>
            <a:lvl9pPr algn="ctr">
              <a:buNone/>
              <a:defRPr sz="1575" b="1">
                <a:solidFill>
                  <a:srgbClr val="5BB1FF"/>
                </a:solidFill>
                <a:latin typeface="Arial"/>
                <a:ea typeface="Arial"/>
                <a:cs typeface="Arial"/>
              </a:defRPr>
            </a:lvl9pPr>
          </a:lstStyle>
          <a:p>
            <a:pPr algn="ctr">
              <a:buNone/>
              <a:defRPr sz="1575" b="1">
                <a:solidFill>
                  <a:srgbClr val="5BB1FF"/>
                </a:solidFill>
                <a:latin typeface="Arial"/>
                <a:ea typeface="Arial"/>
                <a:cs typeface="Arial"/>
              </a:defRPr>
            </a:pPr>
            <a:r>
              <a:rPr sz="1575" b="1">
                <a:solidFill>
                  <a:srgbClr val="5BB1FF"/>
                </a:solidFill>
                <a:latin typeface="Arial"/>
                <a:ea typeface="Arial"/>
                <a:cs typeface="Arial"/>
              </a:rPr>
              <a:t>White to move</a:t>
            </a:r>
          </a:p>
          <a:p>
            <a:pPr algn="ctr">
              <a:buNone/>
              <a:defRPr sz="1575" b="1">
                <a:solidFill>
                  <a:srgbClr val="5BB1FF"/>
                </a:solidFill>
                <a:latin typeface="Arial"/>
                <a:ea typeface="Arial"/>
                <a:cs typeface="Arial"/>
              </a:defRPr>
            </a:pPr>
            <a:r>
              <a:rPr sz="1575" b="1">
                <a:solidFill>
                  <a:srgbClr val="5BB1FF"/>
                </a:solidFill>
                <a:latin typeface="Arial"/>
                <a:ea typeface="Arial"/>
                <a:cs typeface="Arial"/>
              </a:rPr>
              <a:t>MAX</a:t>
            </a:r>
          </a:p>
        </p:txBody>
      </p:sp>
      <p:sp>
        <p:nvSpPr>
          <p:cNvPr id="8" name="Rectangle: Rounded Corners 7">
            <a:extLst>
              <a:ext uri="{FF2B5EF4-FFF2-40B4-BE49-F238E27FC236}">
                <a16:creationId xmlns:a16="http://schemas.microsoft.com/office/drawing/2014/main" id="{492CE3C8-0BB7-4386-82BD-DE30F81B0C12}"/>
              </a:ext>
            </a:extLst>
          </p:cNvPr>
          <p:cNvSpPr>
            <a:spLocks noGrp="1"/>
          </p:cNvSpPr>
          <p:nvPr/>
        </p:nvSpPr>
        <p:spPr>
          <a:xfrm>
            <a:off x="5048250" y="2952750"/>
            <a:ext cx="2000250" cy="666750"/>
          </a:xfrm>
          <a:prstGeom prst="roundRect">
            <a:avLst>
              <a:gd name="adj" fmla="val 11429"/>
            </a:avLst>
          </a:prstGeom>
          <a:solidFill>
            <a:srgbClr val="202B3D"/>
          </a:solidFill>
          <a:ln w="13335">
            <a:solidFill>
              <a:srgbClr val="48586F"/>
            </a:solidFill>
            <a:prstDash val="solid"/>
          </a:ln>
        </p:spPr>
        <p:txBody>
          <a:bodyPr wrap="square" lIns="76200" tIns="47625" rIns="76200" bIns="47625" anchor="ctr">
            <a:normAutofit/>
          </a:bodyPr>
          <a:lstStyle>
            <a:defPPr algn="ctr">
              <a:defRPr sz="1500" b="1">
                <a:solidFill>
                  <a:srgbClr val="41CF94"/>
                </a:solidFill>
                <a:latin typeface="Arial"/>
                <a:ea typeface="Arial"/>
                <a:cs typeface="Arial"/>
              </a:defRPr>
            </a:defPPr>
            <a:lvl1pPr algn="ctr">
              <a:buNone/>
              <a:defRPr sz="1500" b="1">
                <a:solidFill>
                  <a:srgbClr val="41CF94"/>
                </a:solidFill>
                <a:latin typeface="Arial"/>
                <a:ea typeface="Arial"/>
                <a:cs typeface="Arial"/>
              </a:defRPr>
            </a:lvl1pPr>
            <a:lvl2pPr algn="ctr">
              <a:buNone/>
              <a:defRPr sz="1500" b="1">
                <a:solidFill>
                  <a:srgbClr val="41CF94"/>
                </a:solidFill>
                <a:latin typeface="Arial"/>
                <a:ea typeface="Arial"/>
                <a:cs typeface="Arial"/>
              </a:defRPr>
            </a:lvl2pPr>
            <a:lvl3pPr algn="ctr">
              <a:buNone/>
              <a:defRPr sz="1500" b="1">
                <a:solidFill>
                  <a:srgbClr val="41CF94"/>
                </a:solidFill>
                <a:latin typeface="Arial"/>
                <a:ea typeface="Arial"/>
                <a:cs typeface="Arial"/>
              </a:defRPr>
            </a:lvl3pPr>
            <a:lvl4pPr algn="ctr">
              <a:buNone/>
              <a:defRPr sz="1500" b="1">
                <a:solidFill>
                  <a:srgbClr val="41CF94"/>
                </a:solidFill>
                <a:latin typeface="Arial"/>
                <a:ea typeface="Arial"/>
                <a:cs typeface="Arial"/>
              </a:defRPr>
            </a:lvl4pPr>
            <a:lvl5pPr algn="ctr">
              <a:buNone/>
              <a:defRPr sz="1500" b="1">
                <a:solidFill>
                  <a:srgbClr val="41CF94"/>
                </a:solidFill>
                <a:latin typeface="Arial"/>
                <a:ea typeface="Arial"/>
                <a:cs typeface="Arial"/>
              </a:defRPr>
            </a:lvl5pPr>
            <a:lvl6pPr algn="ctr">
              <a:buNone/>
              <a:defRPr sz="1500" b="1">
                <a:solidFill>
                  <a:srgbClr val="41CF94"/>
                </a:solidFill>
                <a:latin typeface="Arial"/>
                <a:ea typeface="Arial"/>
                <a:cs typeface="Arial"/>
              </a:defRPr>
            </a:lvl6pPr>
            <a:lvl7pPr algn="ctr">
              <a:buNone/>
              <a:defRPr sz="1500" b="1">
                <a:solidFill>
                  <a:srgbClr val="41CF94"/>
                </a:solidFill>
                <a:latin typeface="Arial"/>
                <a:ea typeface="Arial"/>
                <a:cs typeface="Arial"/>
              </a:defRPr>
            </a:lvl7pPr>
            <a:lvl8pPr algn="ctr">
              <a:buNone/>
              <a:defRPr sz="1500" b="1">
                <a:solidFill>
                  <a:srgbClr val="41CF94"/>
                </a:solidFill>
                <a:latin typeface="Arial"/>
                <a:ea typeface="Arial"/>
                <a:cs typeface="Arial"/>
              </a:defRPr>
            </a:lvl8pPr>
            <a:lvl9pPr algn="ctr">
              <a:buNone/>
              <a:defRPr sz="1500" b="1">
                <a:solidFill>
                  <a:srgbClr val="41CF94"/>
                </a:solidFill>
                <a:latin typeface="Arial"/>
                <a:ea typeface="Arial"/>
                <a:cs typeface="Arial"/>
              </a:defRPr>
            </a:lvl9pPr>
          </a:lstStyle>
          <a:p>
            <a:pPr algn="ctr">
              <a:buNone/>
              <a:defRPr sz="1500" b="1">
                <a:solidFill>
                  <a:srgbClr val="41CF94"/>
                </a:solidFill>
                <a:latin typeface="Arial"/>
                <a:ea typeface="Arial"/>
                <a:cs typeface="Arial"/>
              </a:defRPr>
            </a:pPr>
            <a:r>
              <a:rPr sz="1500" b="1">
                <a:solidFill>
                  <a:srgbClr val="41CF94"/>
                </a:solidFill>
                <a:latin typeface="Arial"/>
                <a:ea typeface="Arial"/>
                <a:cs typeface="Arial"/>
              </a:rPr>
              <a:t>Black reply</a:t>
            </a:r>
          </a:p>
          <a:p>
            <a:pPr algn="ctr">
              <a:buNone/>
              <a:defRPr sz="1500" b="1">
                <a:solidFill>
                  <a:srgbClr val="41CF94"/>
                </a:solidFill>
                <a:latin typeface="Arial"/>
                <a:ea typeface="Arial"/>
                <a:cs typeface="Arial"/>
              </a:defRPr>
            </a:pPr>
            <a:r>
              <a:rPr sz="1500" b="1">
                <a:solidFill>
                  <a:srgbClr val="41CF94"/>
                </a:solidFill>
                <a:latin typeface="Arial"/>
                <a:ea typeface="Arial"/>
                <a:cs typeface="Arial"/>
              </a:rPr>
              <a:t>MIN</a:t>
            </a:r>
          </a:p>
        </p:txBody>
      </p:sp>
      <p:sp>
        <p:nvSpPr>
          <p:cNvPr id="9" name="Rectangle: Rounded Corners 8">
            <a:extLst>
              <a:ext uri="{FF2B5EF4-FFF2-40B4-BE49-F238E27FC236}">
                <a16:creationId xmlns:a16="http://schemas.microsoft.com/office/drawing/2014/main" id="{C6DEEC92-E1A1-4125-AF5A-2FEF9F88B3D5}"/>
              </a:ext>
            </a:extLst>
          </p:cNvPr>
          <p:cNvSpPr>
            <a:spLocks noGrp="1"/>
          </p:cNvSpPr>
          <p:nvPr/>
        </p:nvSpPr>
        <p:spPr>
          <a:xfrm>
            <a:off x="8191500" y="2952750"/>
            <a:ext cx="2000250" cy="666750"/>
          </a:xfrm>
          <a:prstGeom prst="roundRect">
            <a:avLst>
              <a:gd name="adj" fmla="val 11429"/>
            </a:avLst>
          </a:prstGeom>
          <a:solidFill>
            <a:srgbClr val="202B3D"/>
          </a:solidFill>
          <a:ln w="13335">
            <a:solidFill>
              <a:srgbClr val="48586F"/>
            </a:solidFill>
            <a:prstDash val="solid"/>
          </a:ln>
        </p:spPr>
        <p:txBody>
          <a:bodyPr wrap="square" lIns="76200" tIns="47625" rIns="76200" bIns="47625" anchor="ctr">
            <a:normAutofit/>
          </a:bodyPr>
          <a:lstStyle>
            <a:defPPr algn="ctr">
              <a:defRPr sz="1500" b="1">
                <a:solidFill>
                  <a:srgbClr val="41CF94"/>
                </a:solidFill>
                <a:latin typeface="Arial"/>
                <a:ea typeface="Arial"/>
                <a:cs typeface="Arial"/>
              </a:defRPr>
            </a:defPPr>
            <a:lvl1pPr algn="ctr">
              <a:buNone/>
              <a:defRPr sz="1500" b="1">
                <a:solidFill>
                  <a:srgbClr val="41CF94"/>
                </a:solidFill>
                <a:latin typeface="Arial"/>
                <a:ea typeface="Arial"/>
                <a:cs typeface="Arial"/>
              </a:defRPr>
            </a:lvl1pPr>
            <a:lvl2pPr algn="ctr">
              <a:buNone/>
              <a:defRPr sz="1500" b="1">
                <a:solidFill>
                  <a:srgbClr val="41CF94"/>
                </a:solidFill>
                <a:latin typeface="Arial"/>
                <a:ea typeface="Arial"/>
                <a:cs typeface="Arial"/>
              </a:defRPr>
            </a:lvl2pPr>
            <a:lvl3pPr algn="ctr">
              <a:buNone/>
              <a:defRPr sz="1500" b="1">
                <a:solidFill>
                  <a:srgbClr val="41CF94"/>
                </a:solidFill>
                <a:latin typeface="Arial"/>
                <a:ea typeface="Arial"/>
                <a:cs typeface="Arial"/>
              </a:defRPr>
            </a:lvl3pPr>
            <a:lvl4pPr algn="ctr">
              <a:buNone/>
              <a:defRPr sz="1500" b="1">
                <a:solidFill>
                  <a:srgbClr val="41CF94"/>
                </a:solidFill>
                <a:latin typeface="Arial"/>
                <a:ea typeface="Arial"/>
                <a:cs typeface="Arial"/>
              </a:defRPr>
            </a:lvl4pPr>
            <a:lvl5pPr algn="ctr">
              <a:buNone/>
              <a:defRPr sz="1500" b="1">
                <a:solidFill>
                  <a:srgbClr val="41CF94"/>
                </a:solidFill>
                <a:latin typeface="Arial"/>
                <a:ea typeface="Arial"/>
                <a:cs typeface="Arial"/>
              </a:defRPr>
            </a:lvl5pPr>
            <a:lvl6pPr algn="ctr">
              <a:buNone/>
              <a:defRPr sz="1500" b="1">
                <a:solidFill>
                  <a:srgbClr val="41CF94"/>
                </a:solidFill>
                <a:latin typeface="Arial"/>
                <a:ea typeface="Arial"/>
                <a:cs typeface="Arial"/>
              </a:defRPr>
            </a:lvl6pPr>
            <a:lvl7pPr algn="ctr">
              <a:buNone/>
              <a:defRPr sz="1500" b="1">
                <a:solidFill>
                  <a:srgbClr val="41CF94"/>
                </a:solidFill>
                <a:latin typeface="Arial"/>
                <a:ea typeface="Arial"/>
                <a:cs typeface="Arial"/>
              </a:defRPr>
            </a:lvl7pPr>
            <a:lvl8pPr algn="ctr">
              <a:buNone/>
              <a:defRPr sz="1500" b="1">
                <a:solidFill>
                  <a:srgbClr val="41CF94"/>
                </a:solidFill>
                <a:latin typeface="Arial"/>
                <a:ea typeface="Arial"/>
                <a:cs typeface="Arial"/>
              </a:defRPr>
            </a:lvl8pPr>
            <a:lvl9pPr algn="ctr">
              <a:buNone/>
              <a:defRPr sz="1500" b="1">
                <a:solidFill>
                  <a:srgbClr val="41CF94"/>
                </a:solidFill>
                <a:latin typeface="Arial"/>
                <a:ea typeface="Arial"/>
                <a:cs typeface="Arial"/>
              </a:defRPr>
            </a:lvl9pPr>
          </a:lstStyle>
          <a:p>
            <a:pPr algn="ctr">
              <a:buNone/>
              <a:defRPr sz="1500" b="1">
                <a:solidFill>
                  <a:srgbClr val="41CF94"/>
                </a:solidFill>
                <a:latin typeface="Arial"/>
                <a:ea typeface="Arial"/>
                <a:cs typeface="Arial"/>
              </a:defRPr>
            </a:pPr>
            <a:r>
              <a:rPr sz="1500" b="1">
                <a:solidFill>
                  <a:srgbClr val="41CF94"/>
                </a:solidFill>
                <a:latin typeface="Arial"/>
                <a:ea typeface="Arial"/>
                <a:cs typeface="Arial"/>
              </a:rPr>
              <a:t>Black reply</a:t>
            </a:r>
          </a:p>
          <a:p>
            <a:pPr algn="ctr">
              <a:buNone/>
              <a:defRPr sz="1500" b="1">
                <a:solidFill>
                  <a:srgbClr val="41CF94"/>
                </a:solidFill>
                <a:latin typeface="Arial"/>
                <a:ea typeface="Arial"/>
                <a:cs typeface="Arial"/>
              </a:defRPr>
            </a:pPr>
            <a:r>
              <a:rPr sz="1500" b="1">
                <a:solidFill>
                  <a:srgbClr val="41CF94"/>
                </a:solidFill>
                <a:latin typeface="Arial"/>
                <a:ea typeface="Arial"/>
                <a:cs typeface="Arial"/>
              </a:rPr>
              <a:t>MIN</a:t>
            </a:r>
          </a:p>
        </p:txBody>
      </p:sp>
      <p:sp>
        <p:nvSpPr>
          <p:cNvPr id="10" name="Rectangle: Rounded Corners 9">
            <a:extLst>
              <a:ext uri="{FF2B5EF4-FFF2-40B4-BE49-F238E27FC236}">
                <a16:creationId xmlns:a16="http://schemas.microsoft.com/office/drawing/2014/main" id="{EB2B5E74-C97F-4838-86AD-89B95BD3A699}"/>
              </a:ext>
            </a:extLst>
          </p:cNvPr>
          <p:cNvSpPr>
            <a:spLocks noGrp="1"/>
          </p:cNvSpPr>
          <p:nvPr/>
        </p:nvSpPr>
        <p:spPr>
          <a:xfrm>
            <a:off x="4476750" y="4495800"/>
            <a:ext cx="1143000" cy="533400"/>
          </a:xfrm>
          <a:prstGeom prst="roundRect">
            <a:avLst>
              <a:gd name="adj" fmla="val 14286"/>
            </a:avLst>
          </a:prstGeom>
          <a:solidFill>
            <a:srgbClr val="192231"/>
          </a:solidFill>
          <a:ln w="13335">
            <a:solidFill>
              <a:srgbClr val="48586F"/>
            </a:solidFill>
            <a:prstDash val="solid"/>
          </a:ln>
        </p:spPr>
        <p:txBody>
          <a:bodyPr wrap="square" lIns="76200" tIns="47625" rIns="76200" bIns="47625" anchor="ctr">
            <a:normAutofit/>
          </a:bodyPr>
          <a:lstStyle>
            <a:defPPr algn="ctr">
              <a:defRPr sz="1725" b="1">
                <a:solidFill>
                  <a:srgbClr val="F0F4FA"/>
                </a:solidFill>
                <a:latin typeface="Arial"/>
                <a:ea typeface="Arial"/>
                <a:cs typeface="Arial"/>
              </a:defRPr>
            </a:defPPr>
            <a:lvl1pPr algn="ctr">
              <a:buNone/>
              <a:defRPr sz="1725" b="1">
                <a:solidFill>
                  <a:srgbClr val="F0F4FA"/>
                </a:solidFill>
                <a:latin typeface="Arial"/>
                <a:ea typeface="Arial"/>
                <a:cs typeface="Arial"/>
              </a:defRPr>
            </a:lvl1pPr>
            <a:lvl2pPr algn="ctr">
              <a:buNone/>
              <a:defRPr sz="1725" b="1">
                <a:solidFill>
                  <a:srgbClr val="F0F4FA"/>
                </a:solidFill>
                <a:latin typeface="Arial"/>
                <a:ea typeface="Arial"/>
                <a:cs typeface="Arial"/>
              </a:defRPr>
            </a:lvl2pPr>
            <a:lvl3pPr algn="ctr">
              <a:buNone/>
              <a:defRPr sz="1725" b="1">
                <a:solidFill>
                  <a:srgbClr val="F0F4FA"/>
                </a:solidFill>
                <a:latin typeface="Arial"/>
                <a:ea typeface="Arial"/>
                <a:cs typeface="Arial"/>
              </a:defRPr>
            </a:lvl3pPr>
            <a:lvl4pPr algn="ctr">
              <a:buNone/>
              <a:defRPr sz="1725" b="1">
                <a:solidFill>
                  <a:srgbClr val="F0F4FA"/>
                </a:solidFill>
                <a:latin typeface="Arial"/>
                <a:ea typeface="Arial"/>
                <a:cs typeface="Arial"/>
              </a:defRPr>
            </a:lvl4pPr>
            <a:lvl5pPr algn="ctr">
              <a:buNone/>
              <a:defRPr sz="1725" b="1">
                <a:solidFill>
                  <a:srgbClr val="F0F4FA"/>
                </a:solidFill>
                <a:latin typeface="Arial"/>
                <a:ea typeface="Arial"/>
                <a:cs typeface="Arial"/>
              </a:defRPr>
            </a:lvl5pPr>
            <a:lvl6pPr algn="ctr">
              <a:buNone/>
              <a:defRPr sz="1725" b="1">
                <a:solidFill>
                  <a:srgbClr val="F0F4FA"/>
                </a:solidFill>
                <a:latin typeface="Arial"/>
                <a:ea typeface="Arial"/>
                <a:cs typeface="Arial"/>
              </a:defRPr>
            </a:lvl6pPr>
            <a:lvl7pPr algn="ctr">
              <a:buNone/>
              <a:defRPr sz="1725" b="1">
                <a:solidFill>
                  <a:srgbClr val="F0F4FA"/>
                </a:solidFill>
                <a:latin typeface="Arial"/>
                <a:ea typeface="Arial"/>
                <a:cs typeface="Arial"/>
              </a:defRPr>
            </a:lvl7pPr>
            <a:lvl8pPr algn="ctr">
              <a:buNone/>
              <a:defRPr sz="1725" b="1">
                <a:solidFill>
                  <a:srgbClr val="F0F4FA"/>
                </a:solidFill>
                <a:latin typeface="Arial"/>
                <a:ea typeface="Arial"/>
                <a:cs typeface="Arial"/>
              </a:defRPr>
            </a:lvl8pPr>
            <a:lvl9pPr algn="ctr">
              <a:buNone/>
              <a:defRPr sz="1725" b="1">
                <a:solidFill>
                  <a:srgbClr val="F0F4FA"/>
                </a:solidFill>
                <a:latin typeface="Arial"/>
                <a:ea typeface="Arial"/>
                <a:cs typeface="Arial"/>
              </a:defRPr>
            </a:lvl9pPr>
          </a:lstStyle>
          <a:p>
            <a:pPr algn="ctr">
              <a:buNone/>
              <a:defRPr sz="1725" b="1">
                <a:solidFill>
                  <a:srgbClr val="F0F4FA"/>
                </a:solidFill>
                <a:latin typeface="Arial"/>
                <a:ea typeface="Arial"/>
                <a:cs typeface="Arial"/>
              </a:defRPr>
            </a:pPr>
            <a:r>
              <a:rPr sz="1725" b="1">
                <a:solidFill>
                  <a:srgbClr val="F0F4FA"/>
                </a:solidFill>
                <a:latin typeface="Arial"/>
                <a:ea typeface="Arial"/>
                <a:cs typeface="Arial"/>
              </a:rPr>
              <a:t>+3</a:t>
            </a:r>
          </a:p>
        </p:txBody>
      </p:sp>
      <p:sp>
        <p:nvSpPr>
          <p:cNvPr id="11" name="Rectangle: Rounded Corners 10">
            <a:extLst>
              <a:ext uri="{FF2B5EF4-FFF2-40B4-BE49-F238E27FC236}">
                <a16:creationId xmlns:a16="http://schemas.microsoft.com/office/drawing/2014/main" id="{19311AEF-58DA-4F51-B7B9-228D7406820A}"/>
              </a:ext>
            </a:extLst>
          </p:cNvPr>
          <p:cNvSpPr>
            <a:spLocks noGrp="1"/>
          </p:cNvSpPr>
          <p:nvPr/>
        </p:nvSpPr>
        <p:spPr>
          <a:xfrm>
            <a:off x="6238875" y="4495800"/>
            <a:ext cx="1143000" cy="533400"/>
          </a:xfrm>
          <a:prstGeom prst="roundRect">
            <a:avLst>
              <a:gd name="adj" fmla="val 14286"/>
            </a:avLst>
          </a:prstGeom>
          <a:solidFill>
            <a:srgbClr val="192231"/>
          </a:solidFill>
          <a:ln w="13335">
            <a:solidFill>
              <a:srgbClr val="48586F"/>
            </a:solidFill>
            <a:prstDash val="solid"/>
          </a:ln>
        </p:spPr>
        <p:txBody>
          <a:bodyPr wrap="square" lIns="76200" tIns="47625" rIns="76200" bIns="47625" anchor="ctr">
            <a:normAutofit/>
          </a:bodyPr>
          <a:lstStyle>
            <a:defPPr algn="ctr">
              <a:defRPr sz="1725" b="1">
                <a:solidFill>
                  <a:srgbClr val="F0F4FA"/>
                </a:solidFill>
                <a:latin typeface="Arial"/>
                <a:ea typeface="Arial"/>
                <a:cs typeface="Arial"/>
              </a:defRPr>
            </a:defPPr>
            <a:lvl1pPr algn="ctr">
              <a:buNone/>
              <a:defRPr sz="1725" b="1">
                <a:solidFill>
                  <a:srgbClr val="F0F4FA"/>
                </a:solidFill>
                <a:latin typeface="Arial"/>
                <a:ea typeface="Arial"/>
                <a:cs typeface="Arial"/>
              </a:defRPr>
            </a:lvl1pPr>
            <a:lvl2pPr algn="ctr">
              <a:buNone/>
              <a:defRPr sz="1725" b="1">
                <a:solidFill>
                  <a:srgbClr val="F0F4FA"/>
                </a:solidFill>
                <a:latin typeface="Arial"/>
                <a:ea typeface="Arial"/>
                <a:cs typeface="Arial"/>
              </a:defRPr>
            </a:lvl2pPr>
            <a:lvl3pPr algn="ctr">
              <a:buNone/>
              <a:defRPr sz="1725" b="1">
                <a:solidFill>
                  <a:srgbClr val="F0F4FA"/>
                </a:solidFill>
                <a:latin typeface="Arial"/>
                <a:ea typeface="Arial"/>
                <a:cs typeface="Arial"/>
              </a:defRPr>
            </a:lvl3pPr>
            <a:lvl4pPr algn="ctr">
              <a:buNone/>
              <a:defRPr sz="1725" b="1">
                <a:solidFill>
                  <a:srgbClr val="F0F4FA"/>
                </a:solidFill>
                <a:latin typeface="Arial"/>
                <a:ea typeface="Arial"/>
                <a:cs typeface="Arial"/>
              </a:defRPr>
            </a:lvl4pPr>
            <a:lvl5pPr algn="ctr">
              <a:buNone/>
              <a:defRPr sz="1725" b="1">
                <a:solidFill>
                  <a:srgbClr val="F0F4FA"/>
                </a:solidFill>
                <a:latin typeface="Arial"/>
                <a:ea typeface="Arial"/>
                <a:cs typeface="Arial"/>
              </a:defRPr>
            </a:lvl5pPr>
            <a:lvl6pPr algn="ctr">
              <a:buNone/>
              <a:defRPr sz="1725" b="1">
                <a:solidFill>
                  <a:srgbClr val="F0F4FA"/>
                </a:solidFill>
                <a:latin typeface="Arial"/>
                <a:ea typeface="Arial"/>
                <a:cs typeface="Arial"/>
              </a:defRPr>
            </a:lvl6pPr>
            <a:lvl7pPr algn="ctr">
              <a:buNone/>
              <a:defRPr sz="1725" b="1">
                <a:solidFill>
                  <a:srgbClr val="F0F4FA"/>
                </a:solidFill>
                <a:latin typeface="Arial"/>
                <a:ea typeface="Arial"/>
                <a:cs typeface="Arial"/>
              </a:defRPr>
            </a:lvl7pPr>
            <a:lvl8pPr algn="ctr">
              <a:buNone/>
              <a:defRPr sz="1725" b="1">
                <a:solidFill>
                  <a:srgbClr val="F0F4FA"/>
                </a:solidFill>
                <a:latin typeface="Arial"/>
                <a:ea typeface="Arial"/>
                <a:cs typeface="Arial"/>
              </a:defRPr>
            </a:lvl8pPr>
            <a:lvl9pPr algn="ctr">
              <a:buNone/>
              <a:defRPr sz="1725" b="1">
                <a:solidFill>
                  <a:srgbClr val="F0F4FA"/>
                </a:solidFill>
                <a:latin typeface="Arial"/>
                <a:ea typeface="Arial"/>
                <a:cs typeface="Arial"/>
              </a:defRPr>
            </a:lvl9pPr>
          </a:lstStyle>
          <a:p>
            <a:pPr algn="ctr">
              <a:buNone/>
              <a:defRPr sz="1725" b="1">
                <a:solidFill>
                  <a:srgbClr val="F0F4FA"/>
                </a:solidFill>
                <a:latin typeface="Arial"/>
                <a:ea typeface="Arial"/>
                <a:cs typeface="Arial"/>
              </a:defRPr>
            </a:pPr>
            <a:r>
              <a:rPr sz="1725" b="1">
                <a:solidFill>
                  <a:srgbClr val="F0F4FA"/>
                </a:solidFill>
                <a:latin typeface="Arial"/>
                <a:ea typeface="Arial"/>
                <a:cs typeface="Arial"/>
              </a:rPr>
              <a:t>+5</a:t>
            </a:r>
          </a:p>
        </p:txBody>
      </p:sp>
      <p:sp>
        <p:nvSpPr>
          <p:cNvPr id="12" name="Rectangle: Rounded Corners 11">
            <a:extLst>
              <a:ext uri="{FF2B5EF4-FFF2-40B4-BE49-F238E27FC236}">
                <a16:creationId xmlns:a16="http://schemas.microsoft.com/office/drawing/2014/main" id="{17592D59-AEC2-43E6-8790-6781F22FF4FF}"/>
              </a:ext>
            </a:extLst>
          </p:cNvPr>
          <p:cNvSpPr>
            <a:spLocks noGrp="1"/>
          </p:cNvSpPr>
          <p:nvPr/>
        </p:nvSpPr>
        <p:spPr>
          <a:xfrm>
            <a:off x="7620000" y="4495800"/>
            <a:ext cx="1143000" cy="533400"/>
          </a:xfrm>
          <a:prstGeom prst="roundRect">
            <a:avLst>
              <a:gd name="adj" fmla="val 14286"/>
            </a:avLst>
          </a:prstGeom>
          <a:solidFill>
            <a:srgbClr val="192231"/>
          </a:solidFill>
          <a:ln w="13335">
            <a:solidFill>
              <a:srgbClr val="48586F"/>
            </a:solidFill>
            <a:prstDash val="solid"/>
          </a:ln>
        </p:spPr>
        <p:txBody>
          <a:bodyPr wrap="square" lIns="76200" tIns="47625" rIns="76200" bIns="47625" anchor="ctr">
            <a:normAutofit/>
          </a:bodyPr>
          <a:lstStyle>
            <a:defPPr algn="ctr">
              <a:defRPr sz="1725" b="1">
                <a:solidFill>
                  <a:srgbClr val="F0F4FA"/>
                </a:solidFill>
                <a:latin typeface="Arial"/>
                <a:ea typeface="Arial"/>
                <a:cs typeface="Arial"/>
              </a:defRPr>
            </a:defPPr>
            <a:lvl1pPr algn="ctr">
              <a:buNone/>
              <a:defRPr sz="1725" b="1">
                <a:solidFill>
                  <a:srgbClr val="F0F4FA"/>
                </a:solidFill>
                <a:latin typeface="Arial"/>
                <a:ea typeface="Arial"/>
                <a:cs typeface="Arial"/>
              </a:defRPr>
            </a:lvl1pPr>
            <a:lvl2pPr algn="ctr">
              <a:buNone/>
              <a:defRPr sz="1725" b="1">
                <a:solidFill>
                  <a:srgbClr val="F0F4FA"/>
                </a:solidFill>
                <a:latin typeface="Arial"/>
                <a:ea typeface="Arial"/>
                <a:cs typeface="Arial"/>
              </a:defRPr>
            </a:lvl2pPr>
            <a:lvl3pPr algn="ctr">
              <a:buNone/>
              <a:defRPr sz="1725" b="1">
                <a:solidFill>
                  <a:srgbClr val="F0F4FA"/>
                </a:solidFill>
                <a:latin typeface="Arial"/>
                <a:ea typeface="Arial"/>
                <a:cs typeface="Arial"/>
              </a:defRPr>
            </a:lvl3pPr>
            <a:lvl4pPr algn="ctr">
              <a:buNone/>
              <a:defRPr sz="1725" b="1">
                <a:solidFill>
                  <a:srgbClr val="F0F4FA"/>
                </a:solidFill>
                <a:latin typeface="Arial"/>
                <a:ea typeface="Arial"/>
                <a:cs typeface="Arial"/>
              </a:defRPr>
            </a:lvl4pPr>
            <a:lvl5pPr algn="ctr">
              <a:buNone/>
              <a:defRPr sz="1725" b="1">
                <a:solidFill>
                  <a:srgbClr val="F0F4FA"/>
                </a:solidFill>
                <a:latin typeface="Arial"/>
                <a:ea typeface="Arial"/>
                <a:cs typeface="Arial"/>
              </a:defRPr>
            </a:lvl5pPr>
            <a:lvl6pPr algn="ctr">
              <a:buNone/>
              <a:defRPr sz="1725" b="1">
                <a:solidFill>
                  <a:srgbClr val="F0F4FA"/>
                </a:solidFill>
                <a:latin typeface="Arial"/>
                <a:ea typeface="Arial"/>
                <a:cs typeface="Arial"/>
              </a:defRPr>
            </a:lvl6pPr>
            <a:lvl7pPr algn="ctr">
              <a:buNone/>
              <a:defRPr sz="1725" b="1">
                <a:solidFill>
                  <a:srgbClr val="F0F4FA"/>
                </a:solidFill>
                <a:latin typeface="Arial"/>
                <a:ea typeface="Arial"/>
                <a:cs typeface="Arial"/>
              </a:defRPr>
            </a:lvl7pPr>
            <a:lvl8pPr algn="ctr">
              <a:buNone/>
              <a:defRPr sz="1725" b="1">
                <a:solidFill>
                  <a:srgbClr val="F0F4FA"/>
                </a:solidFill>
                <a:latin typeface="Arial"/>
                <a:ea typeface="Arial"/>
                <a:cs typeface="Arial"/>
              </a:defRPr>
            </a:lvl8pPr>
            <a:lvl9pPr algn="ctr">
              <a:buNone/>
              <a:defRPr sz="1725" b="1">
                <a:solidFill>
                  <a:srgbClr val="F0F4FA"/>
                </a:solidFill>
                <a:latin typeface="Arial"/>
                <a:ea typeface="Arial"/>
                <a:cs typeface="Arial"/>
              </a:defRPr>
            </a:lvl9pPr>
          </a:lstStyle>
          <a:p>
            <a:pPr algn="ctr">
              <a:buNone/>
              <a:defRPr sz="1725" b="1">
                <a:solidFill>
                  <a:srgbClr val="F0F4FA"/>
                </a:solidFill>
                <a:latin typeface="Arial"/>
                <a:ea typeface="Arial"/>
                <a:cs typeface="Arial"/>
              </a:defRPr>
            </a:pPr>
            <a:r>
              <a:rPr sz="1725" b="1">
                <a:solidFill>
                  <a:srgbClr val="F0F4FA"/>
                </a:solidFill>
                <a:latin typeface="Arial"/>
                <a:ea typeface="Arial"/>
                <a:cs typeface="Arial"/>
              </a:rPr>
              <a:t>+2</a:t>
            </a:r>
          </a:p>
        </p:txBody>
      </p:sp>
      <p:sp>
        <p:nvSpPr>
          <p:cNvPr id="13" name="Rectangle: Rounded Corners 12">
            <a:extLst>
              <a:ext uri="{FF2B5EF4-FFF2-40B4-BE49-F238E27FC236}">
                <a16:creationId xmlns:a16="http://schemas.microsoft.com/office/drawing/2014/main" id="{0AF31810-F2EB-4116-9B9C-409787EB7CBB}"/>
              </a:ext>
            </a:extLst>
          </p:cNvPr>
          <p:cNvSpPr>
            <a:spLocks noGrp="1"/>
          </p:cNvSpPr>
          <p:nvPr/>
        </p:nvSpPr>
        <p:spPr>
          <a:xfrm>
            <a:off x="9382125" y="4495800"/>
            <a:ext cx="1143000" cy="533400"/>
          </a:xfrm>
          <a:prstGeom prst="roundRect">
            <a:avLst>
              <a:gd name="adj" fmla="val 14286"/>
            </a:avLst>
          </a:prstGeom>
          <a:solidFill>
            <a:srgbClr val="192231"/>
          </a:solidFill>
          <a:ln w="13335">
            <a:solidFill>
              <a:srgbClr val="48586F"/>
            </a:solidFill>
            <a:prstDash val="solid"/>
          </a:ln>
        </p:spPr>
        <p:txBody>
          <a:bodyPr wrap="square" lIns="76200" tIns="47625" rIns="76200" bIns="47625" anchor="ctr">
            <a:normAutofit/>
          </a:bodyPr>
          <a:lstStyle>
            <a:defPPr algn="ctr">
              <a:defRPr sz="1725" b="1">
                <a:solidFill>
                  <a:srgbClr val="F0F4FA"/>
                </a:solidFill>
                <a:latin typeface="Arial"/>
                <a:ea typeface="Arial"/>
                <a:cs typeface="Arial"/>
              </a:defRPr>
            </a:defPPr>
            <a:lvl1pPr algn="ctr">
              <a:buNone/>
              <a:defRPr sz="1725" b="1">
                <a:solidFill>
                  <a:srgbClr val="F0F4FA"/>
                </a:solidFill>
                <a:latin typeface="Arial"/>
                <a:ea typeface="Arial"/>
                <a:cs typeface="Arial"/>
              </a:defRPr>
            </a:lvl1pPr>
            <a:lvl2pPr algn="ctr">
              <a:buNone/>
              <a:defRPr sz="1725" b="1">
                <a:solidFill>
                  <a:srgbClr val="F0F4FA"/>
                </a:solidFill>
                <a:latin typeface="Arial"/>
                <a:ea typeface="Arial"/>
                <a:cs typeface="Arial"/>
              </a:defRPr>
            </a:lvl2pPr>
            <a:lvl3pPr algn="ctr">
              <a:buNone/>
              <a:defRPr sz="1725" b="1">
                <a:solidFill>
                  <a:srgbClr val="F0F4FA"/>
                </a:solidFill>
                <a:latin typeface="Arial"/>
                <a:ea typeface="Arial"/>
                <a:cs typeface="Arial"/>
              </a:defRPr>
            </a:lvl3pPr>
            <a:lvl4pPr algn="ctr">
              <a:buNone/>
              <a:defRPr sz="1725" b="1">
                <a:solidFill>
                  <a:srgbClr val="F0F4FA"/>
                </a:solidFill>
                <a:latin typeface="Arial"/>
                <a:ea typeface="Arial"/>
                <a:cs typeface="Arial"/>
              </a:defRPr>
            </a:lvl4pPr>
            <a:lvl5pPr algn="ctr">
              <a:buNone/>
              <a:defRPr sz="1725" b="1">
                <a:solidFill>
                  <a:srgbClr val="F0F4FA"/>
                </a:solidFill>
                <a:latin typeface="Arial"/>
                <a:ea typeface="Arial"/>
                <a:cs typeface="Arial"/>
              </a:defRPr>
            </a:lvl5pPr>
            <a:lvl6pPr algn="ctr">
              <a:buNone/>
              <a:defRPr sz="1725" b="1">
                <a:solidFill>
                  <a:srgbClr val="F0F4FA"/>
                </a:solidFill>
                <a:latin typeface="Arial"/>
                <a:ea typeface="Arial"/>
                <a:cs typeface="Arial"/>
              </a:defRPr>
            </a:lvl6pPr>
            <a:lvl7pPr algn="ctr">
              <a:buNone/>
              <a:defRPr sz="1725" b="1">
                <a:solidFill>
                  <a:srgbClr val="F0F4FA"/>
                </a:solidFill>
                <a:latin typeface="Arial"/>
                <a:ea typeface="Arial"/>
                <a:cs typeface="Arial"/>
              </a:defRPr>
            </a:lvl7pPr>
            <a:lvl8pPr algn="ctr">
              <a:buNone/>
              <a:defRPr sz="1725" b="1">
                <a:solidFill>
                  <a:srgbClr val="F0F4FA"/>
                </a:solidFill>
                <a:latin typeface="Arial"/>
                <a:ea typeface="Arial"/>
                <a:cs typeface="Arial"/>
              </a:defRPr>
            </a:lvl8pPr>
            <a:lvl9pPr algn="ctr">
              <a:buNone/>
              <a:defRPr sz="1725" b="1">
                <a:solidFill>
                  <a:srgbClr val="F0F4FA"/>
                </a:solidFill>
                <a:latin typeface="Arial"/>
                <a:ea typeface="Arial"/>
                <a:cs typeface="Arial"/>
              </a:defRPr>
            </a:lvl9pPr>
          </a:lstStyle>
          <a:p>
            <a:pPr algn="ctr">
              <a:buNone/>
              <a:defRPr sz="1725" b="1">
                <a:solidFill>
                  <a:srgbClr val="F0F4FA"/>
                </a:solidFill>
                <a:latin typeface="Arial"/>
                <a:ea typeface="Arial"/>
                <a:cs typeface="Arial"/>
              </a:defRPr>
            </a:pPr>
            <a:r>
              <a:rPr sz="1725" b="1">
                <a:solidFill>
                  <a:srgbClr val="F0F4FA"/>
                </a:solidFill>
                <a:latin typeface="Arial"/>
                <a:ea typeface="Arial"/>
                <a:cs typeface="Arial"/>
              </a:rPr>
              <a:t>+9</a:t>
            </a:r>
          </a:p>
        </p:txBody>
      </p:sp>
      <p:sp>
        <p:nvSpPr>
          <p:cNvPr id="20" name="Rectangle 19">
            <a:extLst>
              <a:ext uri="{FF2B5EF4-FFF2-40B4-BE49-F238E27FC236}">
                <a16:creationId xmlns:a16="http://schemas.microsoft.com/office/drawing/2014/main" id="{97220D33-4119-495B-BDD0-AD07A94F86E9}"/>
              </a:ext>
            </a:extLst>
          </p:cNvPr>
          <p:cNvSpPr>
            <a:spLocks noGrp="1"/>
          </p:cNvSpPr>
          <p:nvPr/>
        </p:nvSpPr>
        <p:spPr>
          <a:xfrm>
            <a:off x="4095750" y="5200650"/>
            <a:ext cx="2000250" cy="285750"/>
          </a:xfrm>
          <a:prstGeom prst="rect">
            <a:avLst/>
          </a:prstGeom>
          <a:noFill/>
          <a:ln w="0">
            <a:noFill/>
            <a:prstDash val="solid"/>
          </a:ln>
        </p:spPr>
        <p:txBody>
          <a:bodyPr wrap="square" lIns="0" tIns="0" rIns="0" bIns="0" anchor="t">
            <a:normAutofit/>
          </a:bodyPr>
          <a:lstStyle>
            <a:defPPr algn="ctr">
              <a:defRPr sz="1350" b="0">
                <a:solidFill>
                  <a:srgbClr val="AFBBCB"/>
                </a:solidFill>
                <a:latin typeface="Arial"/>
                <a:ea typeface="Arial"/>
                <a:cs typeface="Arial"/>
              </a:defRPr>
            </a:defPPr>
            <a:lvl1pPr algn="ctr">
              <a:buNone/>
              <a:defRPr sz="1350" b="0">
                <a:solidFill>
                  <a:srgbClr val="AFBBCB"/>
                </a:solidFill>
                <a:latin typeface="Arial"/>
                <a:ea typeface="Arial"/>
                <a:cs typeface="Arial"/>
              </a:defRPr>
            </a:lvl1pPr>
            <a:lvl2pPr algn="ctr">
              <a:buNone/>
              <a:defRPr sz="1350" b="0">
                <a:solidFill>
                  <a:srgbClr val="AFBBCB"/>
                </a:solidFill>
                <a:latin typeface="Arial"/>
                <a:ea typeface="Arial"/>
                <a:cs typeface="Arial"/>
              </a:defRPr>
            </a:lvl2pPr>
            <a:lvl3pPr algn="ctr">
              <a:buNone/>
              <a:defRPr sz="1350" b="0">
                <a:solidFill>
                  <a:srgbClr val="AFBBCB"/>
                </a:solidFill>
                <a:latin typeface="Arial"/>
                <a:ea typeface="Arial"/>
                <a:cs typeface="Arial"/>
              </a:defRPr>
            </a:lvl3pPr>
            <a:lvl4pPr algn="ctr">
              <a:buNone/>
              <a:defRPr sz="1350" b="0">
                <a:solidFill>
                  <a:srgbClr val="AFBBCB"/>
                </a:solidFill>
                <a:latin typeface="Arial"/>
                <a:ea typeface="Arial"/>
                <a:cs typeface="Arial"/>
              </a:defRPr>
            </a:lvl4pPr>
            <a:lvl5pPr algn="ctr">
              <a:buNone/>
              <a:defRPr sz="1350" b="0">
                <a:solidFill>
                  <a:srgbClr val="AFBBCB"/>
                </a:solidFill>
                <a:latin typeface="Arial"/>
                <a:ea typeface="Arial"/>
                <a:cs typeface="Arial"/>
              </a:defRPr>
            </a:lvl5pPr>
            <a:lvl6pPr algn="ctr">
              <a:buNone/>
              <a:defRPr sz="1350" b="0">
                <a:solidFill>
                  <a:srgbClr val="AFBBCB"/>
                </a:solidFill>
                <a:latin typeface="Arial"/>
                <a:ea typeface="Arial"/>
                <a:cs typeface="Arial"/>
              </a:defRPr>
            </a:lvl6pPr>
            <a:lvl7pPr algn="ctr">
              <a:buNone/>
              <a:defRPr sz="1350" b="0">
                <a:solidFill>
                  <a:srgbClr val="AFBBCB"/>
                </a:solidFill>
                <a:latin typeface="Arial"/>
                <a:ea typeface="Arial"/>
                <a:cs typeface="Arial"/>
              </a:defRPr>
            </a:lvl7pPr>
            <a:lvl8pPr algn="ctr">
              <a:buNone/>
              <a:defRPr sz="1350" b="0">
                <a:solidFill>
                  <a:srgbClr val="AFBBCB"/>
                </a:solidFill>
                <a:latin typeface="Arial"/>
                <a:ea typeface="Arial"/>
                <a:cs typeface="Arial"/>
              </a:defRPr>
            </a:lvl8pPr>
            <a:lvl9pPr algn="ctr">
              <a:buNone/>
              <a:defRPr sz="1350" b="0">
                <a:solidFill>
                  <a:srgbClr val="AFBBCB"/>
                </a:solidFill>
                <a:latin typeface="Arial"/>
                <a:ea typeface="Arial"/>
                <a:cs typeface="Arial"/>
              </a:defRPr>
            </a:lvl9pPr>
          </a:lstStyle>
          <a:p>
            <a:pPr algn="ctr">
              <a:lnSpc>
                <a:spcPct val="108000"/>
              </a:lnSpc>
              <a:buNone/>
              <a:defRPr sz="1350" b="0">
                <a:solidFill>
                  <a:srgbClr val="AFBBCB"/>
                </a:solidFill>
                <a:latin typeface="Arial"/>
                <a:ea typeface="Arial"/>
                <a:cs typeface="Arial"/>
              </a:defRPr>
            </a:pPr>
            <a:r>
              <a:rPr sz="1350" b="0">
                <a:solidFill>
                  <a:srgbClr val="AFBBCB"/>
                </a:solidFill>
                <a:latin typeface="Arial"/>
                <a:ea typeface="Arial"/>
                <a:cs typeface="Arial"/>
              </a:rPr>
              <a:t>Black keeps +3</a:t>
            </a:r>
          </a:p>
        </p:txBody>
      </p:sp>
      <p:sp>
        <p:nvSpPr>
          <p:cNvPr id="21" name="Rectangle 20">
            <a:extLst>
              <a:ext uri="{FF2B5EF4-FFF2-40B4-BE49-F238E27FC236}">
                <a16:creationId xmlns:a16="http://schemas.microsoft.com/office/drawing/2014/main" id="{F1EAF0B2-252F-4B0A-A693-A5C090EB0CE1}"/>
              </a:ext>
            </a:extLst>
          </p:cNvPr>
          <p:cNvSpPr>
            <a:spLocks noGrp="1"/>
          </p:cNvSpPr>
          <p:nvPr/>
        </p:nvSpPr>
        <p:spPr>
          <a:xfrm>
            <a:off x="7524750" y="5200650"/>
            <a:ext cx="2000250" cy="285750"/>
          </a:xfrm>
          <a:prstGeom prst="rect">
            <a:avLst/>
          </a:prstGeom>
          <a:noFill/>
          <a:ln w="0">
            <a:noFill/>
            <a:prstDash val="solid"/>
          </a:ln>
        </p:spPr>
        <p:txBody>
          <a:bodyPr wrap="square" lIns="0" tIns="0" rIns="0" bIns="0" anchor="t">
            <a:normAutofit/>
          </a:bodyPr>
          <a:lstStyle>
            <a:defPPr algn="ctr">
              <a:defRPr sz="1350" b="0">
                <a:solidFill>
                  <a:srgbClr val="AFBBCB"/>
                </a:solidFill>
                <a:latin typeface="Arial"/>
                <a:ea typeface="Arial"/>
                <a:cs typeface="Arial"/>
              </a:defRPr>
            </a:defPPr>
            <a:lvl1pPr algn="ctr">
              <a:buNone/>
              <a:defRPr sz="1350" b="0">
                <a:solidFill>
                  <a:srgbClr val="AFBBCB"/>
                </a:solidFill>
                <a:latin typeface="Arial"/>
                <a:ea typeface="Arial"/>
                <a:cs typeface="Arial"/>
              </a:defRPr>
            </a:lvl1pPr>
            <a:lvl2pPr algn="ctr">
              <a:buNone/>
              <a:defRPr sz="1350" b="0">
                <a:solidFill>
                  <a:srgbClr val="AFBBCB"/>
                </a:solidFill>
                <a:latin typeface="Arial"/>
                <a:ea typeface="Arial"/>
                <a:cs typeface="Arial"/>
              </a:defRPr>
            </a:lvl2pPr>
            <a:lvl3pPr algn="ctr">
              <a:buNone/>
              <a:defRPr sz="1350" b="0">
                <a:solidFill>
                  <a:srgbClr val="AFBBCB"/>
                </a:solidFill>
                <a:latin typeface="Arial"/>
                <a:ea typeface="Arial"/>
                <a:cs typeface="Arial"/>
              </a:defRPr>
            </a:lvl3pPr>
            <a:lvl4pPr algn="ctr">
              <a:buNone/>
              <a:defRPr sz="1350" b="0">
                <a:solidFill>
                  <a:srgbClr val="AFBBCB"/>
                </a:solidFill>
                <a:latin typeface="Arial"/>
                <a:ea typeface="Arial"/>
                <a:cs typeface="Arial"/>
              </a:defRPr>
            </a:lvl4pPr>
            <a:lvl5pPr algn="ctr">
              <a:buNone/>
              <a:defRPr sz="1350" b="0">
                <a:solidFill>
                  <a:srgbClr val="AFBBCB"/>
                </a:solidFill>
                <a:latin typeface="Arial"/>
                <a:ea typeface="Arial"/>
                <a:cs typeface="Arial"/>
              </a:defRPr>
            </a:lvl5pPr>
            <a:lvl6pPr algn="ctr">
              <a:buNone/>
              <a:defRPr sz="1350" b="0">
                <a:solidFill>
                  <a:srgbClr val="AFBBCB"/>
                </a:solidFill>
                <a:latin typeface="Arial"/>
                <a:ea typeface="Arial"/>
                <a:cs typeface="Arial"/>
              </a:defRPr>
            </a:lvl6pPr>
            <a:lvl7pPr algn="ctr">
              <a:buNone/>
              <a:defRPr sz="1350" b="0">
                <a:solidFill>
                  <a:srgbClr val="AFBBCB"/>
                </a:solidFill>
                <a:latin typeface="Arial"/>
                <a:ea typeface="Arial"/>
                <a:cs typeface="Arial"/>
              </a:defRPr>
            </a:lvl7pPr>
            <a:lvl8pPr algn="ctr">
              <a:buNone/>
              <a:defRPr sz="1350" b="0">
                <a:solidFill>
                  <a:srgbClr val="AFBBCB"/>
                </a:solidFill>
                <a:latin typeface="Arial"/>
                <a:ea typeface="Arial"/>
                <a:cs typeface="Arial"/>
              </a:defRPr>
            </a:lvl8pPr>
            <a:lvl9pPr algn="ctr">
              <a:buNone/>
              <a:defRPr sz="1350" b="0">
                <a:solidFill>
                  <a:srgbClr val="AFBBCB"/>
                </a:solidFill>
                <a:latin typeface="Arial"/>
                <a:ea typeface="Arial"/>
                <a:cs typeface="Arial"/>
              </a:defRPr>
            </a:lvl9pPr>
          </a:lstStyle>
          <a:p>
            <a:pPr algn="ctr">
              <a:lnSpc>
                <a:spcPct val="108000"/>
              </a:lnSpc>
              <a:buNone/>
              <a:defRPr sz="1350" b="0">
                <a:solidFill>
                  <a:srgbClr val="AFBBCB"/>
                </a:solidFill>
                <a:latin typeface="Arial"/>
                <a:ea typeface="Arial"/>
                <a:cs typeface="Arial"/>
              </a:defRPr>
            </a:pPr>
            <a:r>
              <a:rPr sz="1350" b="0">
                <a:solidFill>
                  <a:srgbClr val="AFBBCB"/>
                </a:solidFill>
                <a:latin typeface="Arial"/>
                <a:ea typeface="Arial"/>
                <a:cs typeface="Arial"/>
              </a:rPr>
              <a:t>Black keeps +2</a:t>
            </a:r>
          </a:p>
        </p:txBody>
      </p:sp>
      <p:sp>
        <p:nvSpPr>
          <p:cNvPr id="22" name="Rectangle 21">
            <a:extLst>
              <a:ext uri="{FF2B5EF4-FFF2-40B4-BE49-F238E27FC236}">
                <a16:creationId xmlns:a16="http://schemas.microsoft.com/office/drawing/2014/main" id="{946D1A81-3E86-4068-8F6B-A4280E2C1F74}"/>
              </a:ext>
            </a:extLst>
          </p:cNvPr>
          <p:cNvSpPr>
            <a:spLocks noGrp="1"/>
          </p:cNvSpPr>
          <p:nvPr/>
        </p:nvSpPr>
        <p:spPr>
          <a:xfrm>
            <a:off x="5191125" y="5715000"/>
            <a:ext cx="5048250" cy="381000"/>
          </a:xfrm>
          <a:prstGeom prst="rect">
            <a:avLst/>
          </a:prstGeom>
          <a:noFill/>
          <a:ln w="0">
            <a:noFill/>
            <a:prstDash val="solid"/>
          </a:ln>
        </p:spPr>
        <p:txBody>
          <a:bodyPr wrap="square" lIns="0" tIns="0" rIns="0" bIns="0" anchor="t">
            <a:normAutofit/>
          </a:bodyPr>
          <a:lstStyle>
            <a:defPPr algn="ctr">
              <a:defRPr sz="1725" b="1">
                <a:solidFill>
                  <a:srgbClr val="FFC658"/>
                </a:solidFill>
                <a:latin typeface="Arial"/>
                <a:ea typeface="Arial"/>
                <a:cs typeface="Arial"/>
              </a:defRPr>
            </a:defPPr>
            <a:lvl1pPr algn="ctr">
              <a:buNone/>
              <a:defRPr sz="1725" b="1">
                <a:solidFill>
                  <a:srgbClr val="FFC658"/>
                </a:solidFill>
                <a:latin typeface="Arial"/>
                <a:ea typeface="Arial"/>
                <a:cs typeface="Arial"/>
              </a:defRPr>
            </a:lvl1pPr>
            <a:lvl2pPr algn="ctr">
              <a:buNone/>
              <a:defRPr sz="1725" b="1">
                <a:solidFill>
                  <a:srgbClr val="FFC658"/>
                </a:solidFill>
                <a:latin typeface="Arial"/>
                <a:ea typeface="Arial"/>
                <a:cs typeface="Arial"/>
              </a:defRPr>
            </a:lvl2pPr>
            <a:lvl3pPr algn="ctr">
              <a:buNone/>
              <a:defRPr sz="1725" b="1">
                <a:solidFill>
                  <a:srgbClr val="FFC658"/>
                </a:solidFill>
                <a:latin typeface="Arial"/>
                <a:ea typeface="Arial"/>
                <a:cs typeface="Arial"/>
              </a:defRPr>
            </a:lvl3pPr>
            <a:lvl4pPr algn="ctr">
              <a:buNone/>
              <a:defRPr sz="1725" b="1">
                <a:solidFill>
                  <a:srgbClr val="FFC658"/>
                </a:solidFill>
                <a:latin typeface="Arial"/>
                <a:ea typeface="Arial"/>
                <a:cs typeface="Arial"/>
              </a:defRPr>
            </a:lvl4pPr>
            <a:lvl5pPr algn="ctr">
              <a:buNone/>
              <a:defRPr sz="1725" b="1">
                <a:solidFill>
                  <a:srgbClr val="FFC658"/>
                </a:solidFill>
                <a:latin typeface="Arial"/>
                <a:ea typeface="Arial"/>
                <a:cs typeface="Arial"/>
              </a:defRPr>
            </a:lvl5pPr>
            <a:lvl6pPr algn="ctr">
              <a:buNone/>
              <a:defRPr sz="1725" b="1">
                <a:solidFill>
                  <a:srgbClr val="FFC658"/>
                </a:solidFill>
                <a:latin typeface="Arial"/>
                <a:ea typeface="Arial"/>
                <a:cs typeface="Arial"/>
              </a:defRPr>
            </a:lvl6pPr>
            <a:lvl7pPr algn="ctr">
              <a:buNone/>
              <a:defRPr sz="1725" b="1">
                <a:solidFill>
                  <a:srgbClr val="FFC658"/>
                </a:solidFill>
                <a:latin typeface="Arial"/>
                <a:ea typeface="Arial"/>
                <a:cs typeface="Arial"/>
              </a:defRPr>
            </a:lvl7pPr>
            <a:lvl8pPr algn="ctr">
              <a:buNone/>
              <a:defRPr sz="1725" b="1">
                <a:solidFill>
                  <a:srgbClr val="FFC658"/>
                </a:solidFill>
                <a:latin typeface="Arial"/>
                <a:ea typeface="Arial"/>
                <a:cs typeface="Arial"/>
              </a:defRPr>
            </a:lvl8pPr>
            <a:lvl9pPr algn="ctr">
              <a:buNone/>
              <a:defRPr sz="1725" b="1">
                <a:solidFill>
                  <a:srgbClr val="FFC658"/>
                </a:solidFill>
                <a:latin typeface="Arial"/>
                <a:ea typeface="Arial"/>
                <a:cs typeface="Arial"/>
              </a:defRPr>
            </a:lvl9pPr>
          </a:lstStyle>
          <a:p>
            <a:pPr algn="ctr">
              <a:lnSpc>
                <a:spcPct val="108000"/>
              </a:lnSpc>
              <a:buNone/>
              <a:defRPr sz="1725" b="1">
                <a:solidFill>
                  <a:srgbClr val="FFC658"/>
                </a:solidFill>
                <a:latin typeface="Arial"/>
                <a:ea typeface="Arial"/>
                <a:cs typeface="Arial"/>
              </a:defRPr>
            </a:pPr>
            <a:r>
              <a:rPr sz="1725" b="1">
                <a:solidFill>
                  <a:srgbClr val="FFC658"/>
                </a:solidFill>
                <a:latin typeface="Arial"/>
                <a:ea typeface="Arial"/>
                <a:cs typeface="Arial"/>
              </a:rPr>
              <a:t>White chooses the better backed-up score: +3</a:t>
            </a:r>
          </a:p>
        </p:txBody>
      </p:sp>
    </p:spTree>
    <p:extLst>
      <p:ext uri="{BB962C8B-B14F-4D97-AF65-F5344CB8AC3E}">
        <p14:creationId xmlns:p14="http://schemas.microsoft.com/office/powerpoint/2010/main" val="9710196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31D"/>
        </a:solidFill>
        <a:effectLst/>
      </p:bgPr>
    </p:bg>
    <p:spTree>
      <p:nvGrpSpPr>
        <p:cNvPr id="1" name=""/>
        <p:cNvGrpSpPr/>
        <p:nvPr/>
      </p:nvGrpSpPr>
      <p:grpSpPr>
        <a:xfrm>
          <a:off x="0" y="0"/>
          <a:ext cx="0" cy="0"/>
          <a:chOff x="0" y="0"/>
          <a:chExt cx="0" cy="0"/>
        </a:xfrm>
      </p:grpSpPr>
      <p:cxnSp>
        <p:nvCxnSpPr>
          <p:cNvPr id="15" name="Straight Arrow Connector 14">
            <a:extLst>
              <a:ext uri="{FF2B5EF4-FFF2-40B4-BE49-F238E27FC236}">
                <a16:creationId xmlns:a16="http://schemas.microsoft.com/office/drawing/2014/main" id="{412D7BDA-F2F1-44B7-A436-13649842B33E}"/>
              </a:ext>
            </a:extLst>
          </p:cNvPr>
          <p:cNvCxnSpPr>
            <a:stCxn id="9" idx="2"/>
            <a:endCxn id="11" idx="0"/>
          </p:cNvCxnSpPr>
          <p:nvPr/>
        </p:nvCxnSpPr>
        <p:spPr>
          <a:xfrm>
            <a:off x="9429750" y="4038600"/>
            <a:ext cx="1619250" cy="819150"/>
          </a:xfrm>
          <a:prstGeom prst="straightConnector1">
            <a:avLst/>
          </a:prstGeom>
          <a:ln w="19050">
            <a:solidFill>
              <a:srgbClr val="EF5B6F"/>
            </a:solidFill>
            <a:prstDash val="dash"/>
            <a:tailEnd type="arrow" w="sm" len="sm"/>
          </a:ln>
        </p:spPr>
      </p:cxnSp>
      <p:cxnSp>
        <p:nvCxnSpPr>
          <p:cNvPr id="14" name="Straight Arrow Connector 13">
            <a:extLst>
              <a:ext uri="{FF2B5EF4-FFF2-40B4-BE49-F238E27FC236}">
                <a16:creationId xmlns:a16="http://schemas.microsoft.com/office/drawing/2014/main" id="{644E5FE8-AF51-4B98-BA3A-7F3BF9ACB252}"/>
              </a:ext>
            </a:extLst>
          </p:cNvPr>
          <p:cNvCxnSpPr>
            <a:stCxn id="9" idx="2"/>
            <a:endCxn id="10" idx="0"/>
          </p:cNvCxnSpPr>
          <p:nvPr/>
        </p:nvCxnSpPr>
        <p:spPr>
          <a:xfrm flipH="1">
            <a:off x="8429625" y="4038600"/>
            <a:ext cx="1000125" cy="819150"/>
          </a:xfrm>
          <a:prstGeom prst="straightConnector1">
            <a:avLst/>
          </a:prstGeom>
          <a:ln w="19050">
            <a:solidFill>
              <a:srgbClr val="48586F"/>
            </a:solidFill>
            <a:prstDash val="solid"/>
            <a:tailEnd type="arrow" w="sm" len="sm"/>
          </a:ln>
        </p:spPr>
      </p:cxnSp>
      <p:cxnSp>
        <p:nvCxnSpPr>
          <p:cNvPr id="13" name="Straight Arrow Connector 12">
            <a:extLst>
              <a:ext uri="{FF2B5EF4-FFF2-40B4-BE49-F238E27FC236}">
                <a16:creationId xmlns:a16="http://schemas.microsoft.com/office/drawing/2014/main" id="{A2174256-42CE-4B4C-AA7B-00C38D1B1049}"/>
              </a:ext>
            </a:extLst>
          </p:cNvPr>
          <p:cNvCxnSpPr>
            <a:stCxn id="7" idx="2"/>
            <a:endCxn id="9" idx="0"/>
          </p:cNvCxnSpPr>
          <p:nvPr/>
        </p:nvCxnSpPr>
        <p:spPr>
          <a:xfrm>
            <a:off x="7620000" y="2362200"/>
            <a:ext cx="1809750" cy="933450"/>
          </a:xfrm>
          <a:prstGeom prst="straightConnector1">
            <a:avLst/>
          </a:prstGeom>
          <a:ln w="19050">
            <a:solidFill>
              <a:srgbClr val="5BB1FF"/>
            </a:solidFill>
            <a:prstDash val="solid"/>
            <a:tailEnd type="arrow" w="sm" len="sm"/>
          </a:ln>
        </p:spPr>
      </p:cxnSp>
      <p:cxnSp>
        <p:nvCxnSpPr>
          <p:cNvPr id="12" name="Straight Arrow Connector 11">
            <a:extLst>
              <a:ext uri="{FF2B5EF4-FFF2-40B4-BE49-F238E27FC236}">
                <a16:creationId xmlns:a16="http://schemas.microsoft.com/office/drawing/2014/main" id="{6172F264-2DC6-440C-A6EE-1851118745E9}"/>
              </a:ext>
            </a:extLst>
          </p:cNvPr>
          <p:cNvCxnSpPr>
            <a:stCxn id="7" idx="2"/>
            <a:endCxn id="8" idx="0"/>
          </p:cNvCxnSpPr>
          <p:nvPr/>
        </p:nvCxnSpPr>
        <p:spPr>
          <a:xfrm flipH="1">
            <a:off x="6334125" y="2362200"/>
            <a:ext cx="1285875" cy="933450"/>
          </a:xfrm>
          <a:prstGeom prst="straightConnector1">
            <a:avLst/>
          </a:prstGeom>
          <a:ln w="19050">
            <a:solidFill>
              <a:srgbClr val="48586F"/>
            </a:solidFill>
            <a:prstDash val="solid"/>
            <a:tailEnd type="arrow" w="sm" len="sm"/>
          </a:ln>
        </p:spPr>
      </p:cxnSp>
      <p:sp>
        <p:nvSpPr>
          <p:cNvPr id="17" name="Rectangle 16">
            <a:extLst>
              <a:ext uri="{FF2B5EF4-FFF2-40B4-BE49-F238E27FC236}">
                <a16:creationId xmlns:a16="http://schemas.microsoft.com/office/drawing/2014/main" id="{573AEA18-A114-4A6A-8BB1-3A959DDB5855}"/>
              </a:ext>
            </a:extLst>
          </p:cNvPr>
          <p:cNvSpPr>
            <a:spLocks noGrp="1"/>
          </p:cNvSpPr>
          <p:nvPr/>
        </p:nvSpPr>
        <p:spPr>
          <a:xfrm>
            <a:off x="609600" y="400050"/>
            <a:ext cx="10810875" cy="647700"/>
          </a:xfrm>
          <a:prstGeom prst="rect">
            <a:avLst/>
          </a:prstGeom>
          <a:noFill/>
          <a:ln w="0">
            <a:noFill/>
            <a:prstDash val="solid"/>
          </a:ln>
        </p:spPr>
        <p:txBody>
          <a:bodyPr wrap="square" lIns="0" tIns="0" rIns="0" bIns="0" anchor="t">
            <a:normAutofit/>
          </a:bodyPr>
          <a:lstStyle>
            <a:defPPr algn="l">
              <a:defRPr sz="3450" b="1">
                <a:solidFill>
                  <a:srgbClr val="F0F4FA"/>
                </a:solidFill>
                <a:latin typeface="Arial"/>
                <a:ea typeface="Arial"/>
                <a:cs typeface="Arial"/>
              </a:defRPr>
            </a:defPPr>
            <a:lvl1pPr algn="l">
              <a:buNone/>
              <a:defRPr sz="3450" b="1">
                <a:solidFill>
                  <a:srgbClr val="F0F4FA"/>
                </a:solidFill>
                <a:latin typeface="Arial"/>
                <a:ea typeface="Arial"/>
                <a:cs typeface="Arial"/>
              </a:defRPr>
            </a:lvl1pPr>
            <a:lvl2pPr algn="l">
              <a:buNone/>
              <a:defRPr sz="3450" b="1">
                <a:solidFill>
                  <a:srgbClr val="F0F4FA"/>
                </a:solidFill>
                <a:latin typeface="Arial"/>
                <a:ea typeface="Arial"/>
                <a:cs typeface="Arial"/>
              </a:defRPr>
            </a:lvl2pPr>
            <a:lvl3pPr algn="l">
              <a:buNone/>
              <a:defRPr sz="3450" b="1">
                <a:solidFill>
                  <a:srgbClr val="F0F4FA"/>
                </a:solidFill>
                <a:latin typeface="Arial"/>
                <a:ea typeface="Arial"/>
                <a:cs typeface="Arial"/>
              </a:defRPr>
            </a:lvl3pPr>
            <a:lvl4pPr algn="l">
              <a:buNone/>
              <a:defRPr sz="3450" b="1">
                <a:solidFill>
                  <a:srgbClr val="F0F4FA"/>
                </a:solidFill>
                <a:latin typeface="Arial"/>
                <a:ea typeface="Arial"/>
                <a:cs typeface="Arial"/>
              </a:defRPr>
            </a:lvl4pPr>
            <a:lvl5pPr algn="l">
              <a:buNone/>
              <a:defRPr sz="3450" b="1">
                <a:solidFill>
                  <a:srgbClr val="F0F4FA"/>
                </a:solidFill>
                <a:latin typeface="Arial"/>
                <a:ea typeface="Arial"/>
                <a:cs typeface="Arial"/>
              </a:defRPr>
            </a:lvl5pPr>
            <a:lvl6pPr algn="l">
              <a:buNone/>
              <a:defRPr sz="3450" b="1">
                <a:solidFill>
                  <a:srgbClr val="F0F4FA"/>
                </a:solidFill>
                <a:latin typeface="Arial"/>
                <a:ea typeface="Arial"/>
                <a:cs typeface="Arial"/>
              </a:defRPr>
            </a:lvl6pPr>
            <a:lvl7pPr algn="l">
              <a:buNone/>
              <a:defRPr sz="3450" b="1">
                <a:solidFill>
                  <a:srgbClr val="F0F4FA"/>
                </a:solidFill>
                <a:latin typeface="Arial"/>
                <a:ea typeface="Arial"/>
                <a:cs typeface="Arial"/>
              </a:defRPr>
            </a:lvl7pPr>
            <a:lvl8pPr algn="l">
              <a:buNone/>
              <a:defRPr sz="3450" b="1">
                <a:solidFill>
                  <a:srgbClr val="F0F4FA"/>
                </a:solidFill>
                <a:latin typeface="Arial"/>
                <a:ea typeface="Arial"/>
                <a:cs typeface="Arial"/>
              </a:defRPr>
            </a:lvl8pPr>
            <a:lvl9pPr algn="l">
              <a:buNone/>
              <a:defRPr sz="3450" b="1">
                <a:solidFill>
                  <a:srgbClr val="F0F4FA"/>
                </a:solidFill>
                <a:latin typeface="Arial"/>
                <a:ea typeface="Arial"/>
                <a:cs typeface="Arial"/>
              </a:defRPr>
            </a:lvl9pPr>
          </a:lstStyle>
          <a:p>
            <a:pPr algn="l">
              <a:lnSpc>
                <a:spcPct val="108000"/>
              </a:lnSpc>
              <a:buNone/>
              <a:defRPr sz="3450" b="1">
                <a:solidFill>
                  <a:srgbClr val="F0F4FA"/>
                </a:solidFill>
                <a:latin typeface="Arial"/>
                <a:ea typeface="Arial"/>
                <a:cs typeface="Arial"/>
              </a:defRPr>
            </a:pPr>
            <a:r>
              <a:rPr sz="3450" b="1">
                <a:solidFill>
                  <a:srgbClr val="F0F4FA"/>
                </a:solidFill>
                <a:latin typeface="Arial"/>
                <a:ea typeface="Arial"/>
                <a:cs typeface="Arial"/>
              </a:rPr>
              <a:t>Alpha-Beta prunes branches safely</a:t>
            </a:r>
          </a:p>
        </p:txBody>
      </p:sp>
      <p:sp>
        <p:nvSpPr>
          <p:cNvPr id="2" name="Rectangle 1">
            <a:extLst>
              <a:ext uri="{FF2B5EF4-FFF2-40B4-BE49-F238E27FC236}">
                <a16:creationId xmlns:a16="http://schemas.microsoft.com/office/drawing/2014/main" id="{7E8ADD71-BAD7-452A-B002-D016E997D18B}"/>
              </a:ext>
            </a:extLst>
          </p:cNvPr>
          <p:cNvSpPr>
            <a:spLocks noGrp="1"/>
          </p:cNvSpPr>
          <p:nvPr/>
        </p:nvSpPr>
        <p:spPr>
          <a:xfrm>
            <a:off x="609600" y="1143000"/>
            <a:ext cx="685800" cy="38100"/>
          </a:xfrm>
          <a:prstGeom prst="rect">
            <a:avLst/>
          </a:prstGeom>
          <a:solidFill>
            <a:srgbClr val="5BB1FF"/>
          </a:solidFill>
          <a:ln w="0">
            <a:noFill/>
            <a:prstDash val="solid"/>
          </a:ln>
        </p:spPr>
      </p:sp>
      <p:sp>
        <p:nvSpPr>
          <p:cNvPr id="3" name="Rectangle 2">
            <a:extLst>
              <a:ext uri="{FF2B5EF4-FFF2-40B4-BE49-F238E27FC236}">
                <a16:creationId xmlns:a16="http://schemas.microsoft.com/office/drawing/2014/main" id="{E68D7D89-7EAD-43F0-A756-6CFC6D4A2964}"/>
              </a:ext>
            </a:extLst>
          </p:cNvPr>
          <p:cNvSpPr>
            <a:spLocks noGrp="1"/>
          </p:cNvSpPr>
          <p:nvPr/>
        </p:nvSpPr>
        <p:spPr>
          <a:xfrm>
            <a:off x="11468100" y="6400800"/>
            <a:ext cx="342900" cy="209550"/>
          </a:xfrm>
          <a:prstGeom prst="rect">
            <a:avLst/>
          </a:prstGeom>
          <a:noFill/>
          <a:ln w="0">
            <a:noFill/>
            <a:prstDash val="solid"/>
          </a:ln>
        </p:spPr>
        <p:txBody>
          <a:bodyPr wrap="square" lIns="0" tIns="0" rIns="0" bIns="0" anchor="t">
            <a:normAutofit/>
          </a:bodyPr>
          <a:lstStyle>
            <a:defPPr algn="r">
              <a:defRPr sz="1200" b="0">
                <a:solidFill>
                  <a:srgbClr val="AFBBCB"/>
                </a:solidFill>
                <a:latin typeface="Arial"/>
                <a:ea typeface="Arial"/>
                <a:cs typeface="Arial"/>
              </a:defRPr>
            </a:defPPr>
            <a:lvl1pPr algn="r">
              <a:buNone/>
              <a:defRPr sz="1200" b="0">
                <a:solidFill>
                  <a:srgbClr val="AFBBCB"/>
                </a:solidFill>
                <a:latin typeface="Arial"/>
                <a:ea typeface="Arial"/>
                <a:cs typeface="Arial"/>
              </a:defRPr>
            </a:lvl1pPr>
            <a:lvl2pPr algn="r">
              <a:buNone/>
              <a:defRPr sz="1200" b="0">
                <a:solidFill>
                  <a:srgbClr val="AFBBCB"/>
                </a:solidFill>
                <a:latin typeface="Arial"/>
                <a:ea typeface="Arial"/>
                <a:cs typeface="Arial"/>
              </a:defRPr>
            </a:lvl2pPr>
            <a:lvl3pPr algn="r">
              <a:buNone/>
              <a:defRPr sz="1200" b="0">
                <a:solidFill>
                  <a:srgbClr val="AFBBCB"/>
                </a:solidFill>
                <a:latin typeface="Arial"/>
                <a:ea typeface="Arial"/>
                <a:cs typeface="Arial"/>
              </a:defRPr>
            </a:lvl3pPr>
            <a:lvl4pPr algn="r">
              <a:buNone/>
              <a:defRPr sz="1200" b="0">
                <a:solidFill>
                  <a:srgbClr val="AFBBCB"/>
                </a:solidFill>
                <a:latin typeface="Arial"/>
                <a:ea typeface="Arial"/>
                <a:cs typeface="Arial"/>
              </a:defRPr>
            </a:lvl4pPr>
            <a:lvl5pPr algn="r">
              <a:buNone/>
              <a:defRPr sz="1200" b="0">
                <a:solidFill>
                  <a:srgbClr val="AFBBCB"/>
                </a:solidFill>
                <a:latin typeface="Arial"/>
                <a:ea typeface="Arial"/>
                <a:cs typeface="Arial"/>
              </a:defRPr>
            </a:lvl5pPr>
            <a:lvl6pPr algn="r">
              <a:buNone/>
              <a:defRPr sz="1200" b="0">
                <a:solidFill>
                  <a:srgbClr val="AFBBCB"/>
                </a:solidFill>
                <a:latin typeface="Arial"/>
                <a:ea typeface="Arial"/>
                <a:cs typeface="Arial"/>
              </a:defRPr>
            </a:lvl6pPr>
            <a:lvl7pPr algn="r">
              <a:buNone/>
              <a:defRPr sz="1200" b="0">
                <a:solidFill>
                  <a:srgbClr val="AFBBCB"/>
                </a:solidFill>
                <a:latin typeface="Arial"/>
                <a:ea typeface="Arial"/>
                <a:cs typeface="Arial"/>
              </a:defRPr>
            </a:lvl7pPr>
            <a:lvl8pPr algn="r">
              <a:buNone/>
              <a:defRPr sz="1200" b="0">
                <a:solidFill>
                  <a:srgbClr val="AFBBCB"/>
                </a:solidFill>
                <a:latin typeface="Arial"/>
                <a:ea typeface="Arial"/>
                <a:cs typeface="Arial"/>
              </a:defRPr>
            </a:lvl8pPr>
            <a:lvl9pPr algn="r">
              <a:buNone/>
              <a:defRPr sz="1200" b="0">
                <a:solidFill>
                  <a:srgbClr val="AFBBCB"/>
                </a:solidFill>
                <a:latin typeface="Arial"/>
                <a:ea typeface="Arial"/>
                <a:cs typeface="Arial"/>
              </a:defRPr>
            </a:lvl9pPr>
          </a:lstStyle>
          <a:p>
            <a:pPr algn="r">
              <a:lnSpc>
                <a:spcPct val="108000"/>
              </a:lnSpc>
              <a:buNone/>
              <a:defRPr sz="1200" b="0">
                <a:solidFill>
                  <a:srgbClr val="AFBBCB"/>
                </a:solidFill>
                <a:latin typeface="Arial"/>
                <a:ea typeface="Arial"/>
                <a:cs typeface="Arial"/>
              </a:defRPr>
            </a:pPr>
            <a:r>
              <a:rPr sz="1200" b="0">
                <a:solidFill>
                  <a:srgbClr val="AFBBCB"/>
                </a:solidFill>
                <a:latin typeface="Arial"/>
                <a:ea typeface="Arial"/>
                <a:cs typeface="Arial"/>
              </a:rPr>
              <a:t>05</a:t>
            </a:r>
          </a:p>
        </p:txBody>
      </p:sp>
      <p:sp>
        <p:nvSpPr>
          <p:cNvPr id="4" name="Rectangle 3">
            <a:extLst>
              <a:ext uri="{FF2B5EF4-FFF2-40B4-BE49-F238E27FC236}">
                <a16:creationId xmlns:a16="http://schemas.microsoft.com/office/drawing/2014/main" id="{BF927EE1-13AD-4FCE-B8D2-503E5B28B48F}"/>
              </a:ext>
            </a:extLst>
          </p:cNvPr>
          <p:cNvSpPr>
            <a:spLocks noGrp="1"/>
          </p:cNvSpPr>
          <p:nvPr/>
        </p:nvSpPr>
        <p:spPr>
          <a:xfrm>
            <a:off x="666750" y="1504950"/>
            <a:ext cx="4953000" cy="742950"/>
          </a:xfrm>
          <a:prstGeom prst="rect">
            <a:avLst/>
          </a:prstGeom>
          <a:noFill/>
          <a:ln w="0">
            <a:noFill/>
            <a:prstDash val="solid"/>
          </a:ln>
        </p:spPr>
        <p:txBody>
          <a:bodyPr wrap="square" lIns="0" tIns="0" rIns="0" bIns="0" anchor="t">
            <a:normAutofit/>
          </a:bodyPr>
          <a:lstStyle>
            <a:defPPr algn="l">
              <a:defRPr sz="2175" b="1">
                <a:solidFill>
                  <a:srgbClr val="F0F4FA"/>
                </a:solidFill>
                <a:latin typeface="Arial"/>
                <a:ea typeface="Arial"/>
                <a:cs typeface="Arial"/>
              </a:defRPr>
            </a:defPPr>
            <a:lvl1pPr algn="l">
              <a:buNone/>
              <a:defRPr sz="2175" b="1">
                <a:solidFill>
                  <a:srgbClr val="F0F4FA"/>
                </a:solidFill>
                <a:latin typeface="Arial"/>
                <a:ea typeface="Arial"/>
                <a:cs typeface="Arial"/>
              </a:defRPr>
            </a:lvl1pPr>
            <a:lvl2pPr algn="l">
              <a:buNone/>
              <a:defRPr sz="2175" b="1">
                <a:solidFill>
                  <a:srgbClr val="F0F4FA"/>
                </a:solidFill>
                <a:latin typeface="Arial"/>
                <a:ea typeface="Arial"/>
                <a:cs typeface="Arial"/>
              </a:defRPr>
            </a:lvl2pPr>
            <a:lvl3pPr algn="l">
              <a:buNone/>
              <a:defRPr sz="2175" b="1">
                <a:solidFill>
                  <a:srgbClr val="F0F4FA"/>
                </a:solidFill>
                <a:latin typeface="Arial"/>
                <a:ea typeface="Arial"/>
                <a:cs typeface="Arial"/>
              </a:defRPr>
            </a:lvl3pPr>
            <a:lvl4pPr algn="l">
              <a:buNone/>
              <a:defRPr sz="2175" b="1">
                <a:solidFill>
                  <a:srgbClr val="F0F4FA"/>
                </a:solidFill>
                <a:latin typeface="Arial"/>
                <a:ea typeface="Arial"/>
                <a:cs typeface="Arial"/>
              </a:defRPr>
            </a:lvl4pPr>
            <a:lvl5pPr algn="l">
              <a:buNone/>
              <a:defRPr sz="2175" b="1">
                <a:solidFill>
                  <a:srgbClr val="F0F4FA"/>
                </a:solidFill>
                <a:latin typeface="Arial"/>
                <a:ea typeface="Arial"/>
                <a:cs typeface="Arial"/>
              </a:defRPr>
            </a:lvl5pPr>
            <a:lvl6pPr algn="l">
              <a:buNone/>
              <a:defRPr sz="2175" b="1">
                <a:solidFill>
                  <a:srgbClr val="F0F4FA"/>
                </a:solidFill>
                <a:latin typeface="Arial"/>
                <a:ea typeface="Arial"/>
                <a:cs typeface="Arial"/>
              </a:defRPr>
            </a:lvl6pPr>
            <a:lvl7pPr algn="l">
              <a:buNone/>
              <a:defRPr sz="2175" b="1">
                <a:solidFill>
                  <a:srgbClr val="F0F4FA"/>
                </a:solidFill>
                <a:latin typeface="Arial"/>
                <a:ea typeface="Arial"/>
                <a:cs typeface="Arial"/>
              </a:defRPr>
            </a:lvl7pPr>
            <a:lvl8pPr algn="l">
              <a:buNone/>
              <a:defRPr sz="2175" b="1">
                <a:solidFill>
                  <a:srgbClr val="F0F4FA"/>
                </a:solidFill>
                <a:latin typeface="Arial"/>
                <a:ea typeface="Arial"/>
                <a:cs typeface="Arial"/>
              </a:defRPr>
            </a:lvl8pPr>
            <a:lvl9pPr algn="l">
              <a:buNone/>
              <a:defRPr sz="2175" b="1">
                <a:solidFill>
                  <a:srgbClr val="F0F4FA"/>
                </a:solidFill>
                <a:latin typeface="Arial"/>
                <a:ea typeface="Arial"/>
                <a:cs typeface="Arial"/>
              </a:defRPr>
            </a:lvl9pPr>
          </a:lstStyle>
          <a:p>
            <a:pPr algn="l">
              <a:lnSpc>
                <a:spcPct val="108000"/>
              </a:lnSpc>
              <a:buNone/>
              <a:defRPr sz="2175" b="1">
                <a:solidFill>
                  <a:srgbClr val="F0F4FA"/>
                </a:solidFill>
                <a:latin typeface="Arial"/>
                <a:ea typeface="Arial"/>
                <a:cs typeface="Arial"/>
              </a:defRPr>
            </a:pPr>
            <a:r>
              <a:rPr sz="2175" b="1">
                <a:solidFill>
                  <a:srgbClr val="F0F4FA"/>
                </a:solidFill>
                <a:latin typeface="Arial"/>
                <a:ea typeface="Arial"/>
                <a:cs typeface="Arial"/>
              </a:rPr>
              <a:t>It tracks two bounds during the same Minimax search.</a:t>
            </a:r>
          </a:p>
        </p:txBody>
      </p:sp>
      <p:sp>
        <p:nvSpPr>
          <p:cNvPr id="5" name="Rectangle 4">
            <a:extLst>
              <a:ext uri="{FF2B5EF4-FFF2-40B4-BE49-F238E27FC236}">
                <a16:creationId xmlns:a16="http://schemas.microsoft.com/office/drawing/2014/main" id="{07B27505-26A4-40F7-BFB8-BBD7D5162EB0}"/>
              </a:ext>
            </a:extLst>
          </p:cNvPr>
          <p:cNvSpPr>
            <a:spLocks noGrp="1"/>
          </p:cNvSpPr>
          <p:nvPr/>
        </p:nvSpPr>
        <p:spPr>
          <a:xfrm>
            <a:off x="666750" y="2419350"/>
            <a:ext cx="4476750" cy="1009650"/>
          </a:xfrm>
          <a:prstGeom prst="rect">
            <a:avLst/>
          </a:prstGeom>
          <a:noFill/>
          <a:ln w="0">
            <a:noFill/>
            <a:prstDash val="solid"/>
          </a:ln>
        </p:spPr>
        <p:txBody>
          <a:bodyPr wrap="square" lIns="0" tIns="0" rIns="0" bIns="0" anchor="t">
            <a:normAutofit/>
          </a:bodyPr>
          <a:lstStyle>
            <a:defPPr algn="l">
              <a:defRPr sz="1725" b="0">
                <a:solidFill>
                  <a:srgbClr val="AFBBCB"/>
                </a:solidFill>
                <a:latin typeface="Arial"/>
                <a:ea typeface="Arial"/>
                <a:cs typeface="Arial"/>
              </a:defRPr>
            </a:defPPr>
            <a:lvl1pPr algn="l">
              <a:buNone/>
              <a:defRPr sz="1725" b="0">
                <a:solidFill>
                  <a:srgbClr val="AFBBCB"/>
                </a:solidFill>
                <a:latin typeface="Arial"/>
                <a:ea typeface="Arial"/>
                <a:cs typeface="Arial"/>
              </a:defRPr>
            </a:lvl1pPr>
            <a:lvl2pPr algn="l">
              <a:buNone/>
              <a:defRPr sz="1725" b="0">
                <a:solidFill>
                  <a:srgbClr val="AFBBCB"/>
                </a:solidFill>
                <a:latin typeface="Arial"/>
                <a:ea typeface="Arial"/>
                <a:cs typeface="Arial"/>
              </a:defRPr>
            </a:lvl2pPr>
            <a:lvl3pPr algn="l">
              <a:buNone/>
              <a:defRPr sz="1725" b="0">
                <a:solidFill>
                  <a:srgbClr val="AFBBCB"/>
                </a:solidFill>
                <a:latin typeface="Arial"/>
                <a:ea typeface="Arial"/>
                <a:cs typeface="Arial"/>
              </a:defRPr>
            </a:lvl3pPr>
            <a:lvl4pPr algn="l">
              <a:buNone/>
              <a:defRPr sz="1725" b="0">
                <a:solidFill>
                  <a:srgbClr val="AFBBCB"/>
                </a:solidFill>
                <a:latin typeface="Arial"/>
                <a:ea typeface="Arial"/>
                <a:cs typeface="Arial"/>
              </a:defRPr>
            </a:lvl4pPr>
            <a:lvl5pPr algn="l">
              <a:buNone/>
              <a:defRPr sz="1725" b="0">
                <a:solidFill>
                  <a:srgbClr val="AFBBCB"/>
                </a:solidFill>
                <a:latin typeface="Arial"/>
                <a:ea typeface="Arial"/>
                <a:cs typeface="Arial"/>
              </a:defRPr>
            </a:lvl5pPr>
            <a:lvl6pPr algn="l">
              <a:buNone/>
              <a:defRPr sz="1725" b="0">
                <a:solidFill>
                  <a:srgbClr val="AFBBCB"/>
                </a:solidFill>
                <a:latin typeface="Arial"/>
                <a:ea typeface="Arial"/>
                <a:cs typeface="Arial"/>
              </a:defRPr>
            </a:lvl6pPr>
            <a:lvl7pPr algn="l">
              <a:buNone/>
              <a:defRPr sz="1725" b="0">
                <a:solidFill>
                  <a:srgbClr val="AFBBCB"/>
                </a:solidFill>
                <a:latin typeface="Arial"/>
                <a:ea typeface="Arial"/>
                <a:cs typeface="Arial"/>
              </a:defRPr>
            </a:lvl7pPr>
            <a:lvl8pPr algn="l">
              <a:buNone/>
              <a:defRPr sz="1725" b="0">
                <a:solidFill>
                  <a:srgbClr val="AFBBCB"/>
                </a:solidFill>
                <a:latin typeface="Arial"/>
                <a:ea typeface="Arial"/>
                <a:cs typeface="Arial"/>
              </a:defRPr>
            </a:lvl8pPr>
            <a:lvl9pPr algn="l">
              <a:buNone/>
              <a:defRPr sz="1725" b="0">
                <a:solidFill>
                  <a:srgbClr val="AFBBCB"/>
                </a:solidFill>
                <a:latin typeface="Arial"/>
                <a:ea typeface="Arial"/>
                <a:cs typeface="Arial"/>
              </a:defRPr>
            </a:lvl9pPr>
          </a:lstStyle>
          <a:p>
            <a:pPr algn="l">
              <a:lnSpc>
                <a:spcPct val="108000"/>
              </a:lnSpc>
              <a:buNone/>
              <a:defRPr sz="1725" b="0">
                <a:solidFill>
                  <a:srgbClr val="AFBBCB"/>
                </a:solidFill>
                <a:latin typeface="Arial"/>
                <a:ea typeface="Arial"/>
                <a:cs typeface="Arial"/>
              </a:defRPr>
            </a:pPr>
            <a:r>
              <a:rPr sz="1725" b="0">
                <a:solidFill>
                  <a:srgbClr val="AFBBCB"/>
                </a:solidFill>
                <a:latin typeface="Arial"/>
                <a:ea typeface="Arial"/>
                <a:cs typeface="Arial"/>
              </a:rPr>
              <a:t>α is the best score MAX can already guarantee. β is the best score MIN can already guarantee.</a:t>
            </a:r>
          </a:p>
        </p:txBody>
      </p:sp>
      <p:sp>
        <p:nvSpPr>
          <p:cNvPr id="6" name="Rectangle 5">
            <a:extLst>
              <a:ext uri="{FF2B5EF4-FFF2-40B4-BE49-F238E27FC236}">
                <a16:creationId xmlns:a16="http://schemas.microsoft.com/office/drawing/2014/main" id="{20999283-F006-4556-A6CF-B93B5F75AFB0}"/>
              </a:ext>
            </a:extLst>
          </p:cNvPr>
          <p:cNvSpPr>
            <a:spLocks noGrp="1"/>
          </p:cNvSpPr>
          <p:nvPr/>
        </p:nvSpPr>
        <p:spPr>
          <a:xfrm>
            <a:off x="666750" y="3857625"/>
            <a:ext cx="4476750" cy="1000125"/>
          </a:xfrm>
          <a:prstGeom prst="rect">
            <a:avLst/>
          </a:prstGeom>
          <a:noFill/>
          <a:ln w="0">
            <a:noFill/>
            <a:prstDash val="solid"/>
          </a:ln>
        </p:spPr>
        <p:txBody>
          <a:bodyPr wrap="square" lIns="0" tIns="0" rIns="0" bIns="0" anchor="t">
            <a:normAutofit/>
          </a:bodyPr>
          <a:lstStyle>
            <a:defPPr algn="l">
              <a:defRPr sz="1800" b="0">
                <a:solidFill>
                  <a:srgbClr val="F0F4FA"/>
                </a:solidFill>
                <a:latin typeface="Arial"/>
                <a:ea typeface="Arial"/>
                <a:cs typeface="Arial"/>
              </a:defRPr>
            </a:defPPr>
            <a:lvl1pPr algn="l">
              <a:buNone/>
              <a:defRPr sz="1800" b="0">
                <a:solidFill>
                  <a:srgbClr val="F0F4FA"/>
                </a:solidFill>
                <a:latin typeface="Arial"/>
                <a:ea typeface="Arial"/>
                <a:cs typeface="Arial"/>
              </a:defRPr>
            </a:lvl1pPr>
            <a:lvl2pPr algn="l">
              <a:buNone/>
              <a:defRPr sz="1800" b="0">
                <a:solidFill>
                  <a:srgbClr val="F0F4FA"/>
                </a:solidFill>
                <a:latin typeface="Arial"/>
                <a:ea typeface="Arial"/>
                <a:cs typeface="Arial"/>
              </a:defRPr>
            </a:lvl2pPr>
            <a:lvl3pPr algn="l">
              <a:buNone/>
              <a:defRPr sz="1800" b="0">
                <a:solidFill>
                  <a:srgbClr val="F0F4FA"/>
                </a:solidFill>
                <a:latin typeface="Arial"/>
                <a:ea typeface="Arial"/>
                <a:cs typeface="Arial"/>
              </a:defRPr>
            </a:lvl3pPr>
            <a:lvl4pPr algn="l">
              <a:buNone/>
              <a:defRPr sz="1800" b="0">
                <a:solidFill>
                  <a:srgbClr val="F0F4FA"/>
                </a:solidFill>
                <a:latin typeface="Arial"/>
                <a:ea typeface="Arial"/>
                <a:cs typeface="Arial"/>
              </a:defRPr>
            </a:lvl4pPr>
            <a:lvl5pPr algn="l">
              <a:buNone/>
              <a:defRPr sz="1800" b="0">
                <a:solidFill>
                  <a:srgbClr val="F0F4FA"/>
                </a:solidFill>
                <a:latin typeface="Arial"/>
                <a:ea typeface="Arial"/>
                <a:cs typeface="Arial"/>
              </a:defRPr>
            </a:lvl5pPr>
            <a:lvl6pPr algn="l">
              <a:buNone/>
              <a:defRPr sz="1800" b="0">
                <a:solidFill>
                  <a:srgbClr val="F0F4FA"/>
                </a:solidFill>
                <a:latin typeface="Arial"/>
                <a:ea typeface="Arial"/>
                <a:cs typeface="Arial"/>
              </a:defRPr>
            </a:lvl6pPr>
            <a:lvl7pPr algn="l">
              <a:buNone/>
              <a:defRPr sz="1800" b="0">
                <a:solidFill>
                  <a:srgbClr val="F0F4FA"/>
                </a:solidFill>
                <a:latin typeface="Arial"/>
                <a:ea typeface="Arial"/>
                <a:cs typeface="Arial"/>
              </a:defRPr>
            </a:lvl7pPr>
            <a:lvl8pPr algn="l">
              <a:buNone/>
              <a:defRPr sz="1800" b="0">
                <a:solidFill>
                  <a:srgbClr val="F0F4FA"/>
                </a:solidFill>
                <a:latin typeface="Arial"/>
                <a:ea typeface="Arial"/>
                <a:cs typeface="Arial"/>
              </a:defRPr>
            </a:lvl8pPr>
            <a:lvl9pPr algn="l">
              <a:buNone/>
              <a:defRPr sz="1800" b="0">
                <a:solidFill>
                  <a:srgbClr val="F0F4FA"/>
                </a:solidFill>
                <a:latin typeface="Arial"/>
                <a:ea typeface="Arial"/>
                <a:cs typeface="Arial"/>
              </a:defRPr>
            </a:lvl9pPr>
          </a:lstStyle>
          <a:p>
            <a:pPr algn="l">
              <a:lnSpc>
                <a:spcPct val="108000"/>
              </a:lnSpc>
              <a:buNone/>
              <a:defRPr sz="1800" b="0">
                <a:solidFill>
                  <a:srgbClr val="F0F4FA"/>
                </a:solidFill>
                <a:latin typeface="Arial"/>
                <a:ea typeface="Arial"/>
                <a:cs typeface="Arial"/>
              </a:defRPr>
            </a:pPr>
            <a:r>
              <a:rPr sz="1800" b="0">
                <a:solidFill>
                  <a:srgbClr val="F0F4FA"/>
                </a:solidFill>
                <a:latin typeface="Arial"/>
                <a:ea typeface="Arial"/>
                <a:cs typeface="Arial"/>
              </a:rPr>
              <a:t>When α ≥ β, the remaining branch cannot change the final choice, so the algorithm skips it.</a:t>
            </a:r>
          </a:p>
        </p:txBody>
      </p:sp>
      <p:sp>
        <p:nvSpPr>
          <p:cNvPr id="7" name="Rectangle: Rounded Corners 6">
            <a:extLst>
              <a:ext uri="{FF2B5EF4-FFF2-40B4-BE49-F238E27FC236}">
                <a16:creationId xmlns:a16="http://schemas.microsoft.com/office/drawing/2014/main" id="{762FA89C-D9DA-491B-ABA0-F2C04E0D9DEA}"/>
              </a:ext>
            </a:extLst>
          </p:cNvPr>
          <p:cNvSpPr>
            <a:spLocks noGrp="1"/>
          </p:cNvSpPr>
          <p:nvPr/>
        </p:nvSpPr>
        <p:spPr>
          <a:xfrm>
            <a:off x="6667500" y="1619250"/>
            <a:ext cx="1905000" cy="742950"/>
          </a:xfrm>
          <a:prstGeom prst="roundRect">
            <a:avLst>
              <a:gd name="adj" fmla="val 10256"/>
            </a:avLst>
          </a:prstGeom>
          <a:solidFill>
            <a:srgbClr val="202B3D"/>
          </a:solidFill>
          <a:ln w="13335">
            <a:solidFill>
              <a:srgbClr val="48586F"/>
            </a:solidFill>
            <a:prstDash val="solid"/>
          </a:ln>
        </p:spPr>
        <p:txBody>
          <a:bodyPr wrap="square" lIns="76200" tIns="47625" rIns="76200" bIns="47625" anchor="ctr">
            <a:normAutofit/>
          </a:bodyPr>
          <a:lstStyle>
            <a:defPPr algn="ctr">
              <a:defRPr sz="1800" b="1">
                <a:solidFill>
                  <a:srgbClr val="5BB1FF"/>
                </a:solidFill>
                <a:latin typeface="Arial"/>
                <a:ea typeface="Arial"/>
                <a:cs typeface="Arial"/>
              </a:defRPr>
            </a:defPPr>
            <a:lvl1pPr algn="ctr">
              <a:buNone/>
              <a:defRPr sz="1800" b="1">
                <a:solidFill>
                  <a:srgbClr val="5BB1FF"/>
                </a:solidFill>
                <a:latin typeface="Arial"/>
                <a:ea typeface="Arial"/>
                <a:cs typeface="Arial"/>
              </a:defRPr>
            </a:lvl1pPr>
            <a:lvl2pPr algn="ctr">
              <a:buNone/>
              <a:defRPr sz="1800" b="1">
                <a:solidFill>
                  <a:srgbClr val="5BB1FF"/>
                </a:solidFill>
                <a:latin typeface="Arial"/>
                <a:ea typeface="Arial"/>
                <a:cs typeface="Arial"/>
              </a:defRPr>
            </a:lvl2pPr>
            <a:lvl3pPr algn="ctr">
              <a:buNone/>
              <a:defRPr sz="1800" b="1">
                <a:solidFill>
                  <a:srgbClr val="5BB1FF"/>
                </a:solidFill>
                <a:latin typeface="Arial"/>
                <a:ea typeface="Arial"/>
                <a:cs typeface="Arial"/>
              </a:defRPr>
            </a:lvl3pPr>
            <a:lvl4pPr algn="ctr">
              <a:buNone/>
              <a:defRPr sz="1800" b="1">
                <a:solidFill>
                  <a:srgbClr val="5BB1FF"/>
                </a:solidFill>
                <a:latin typeface="Arial"/>
                <a:ea typeface="Arial"/>
                <a:cs typeface="Arial"/>
              </a:defRPr>
            </a:lvl4pPr>
            <a:lvl5pPr algn="ctr">
              <a:buNone/>
              <a:defRPr sz="1800" b="1">
                <a:solidFill>
                  <a:srgbClr val="5BB1FF"/>
                </a:solidFill>
                <a:latin typeface="Arial"/>
                <a:ea typeface="Arial"/>
                <a:cs typeface="Arial"/>
              </a:defRPr>
            </a:lvl5pPr>
            <a:lvl6pPr algn="ctr">
              <a:buNone/>
              <a:defRPr sz="1800" b="1">
                <a:solidFill>
                  <a:srgbClr val="5BB1FF"/>
                </a:solidFill>
                <a:latin typeface="Arial"/>
                <a:ea typeface="Arial"/>
                <a:cs typeface="Arial"/>
              </a:defRPr>
            </a:lvl6pPr>
            <a:lvl7pPr algn="ctr">
              <a:buNone/>
              <a:defRPr sz="1800" b="1">
                <a:solidFill>
                  <a:srgbClr val="5BB1FF"/>
                </a:solidFill>
                <a:latin typeface="Arial"/>
                <a:ea typeface="Arial"/>
                <a:cs typeface="Arial"/>
              </a:defRPr>
            </a:lvl7pPr>
            <a:lvl8pPr algn="ctr">
              <a:buNone/>
              <a:defRPr sz="1800" b="1">
                <a:solidFill>
                  <a:srgbClr val="5BB1FF"/>
                </a:solidFill>
                <a:latin typeface="Arial"/>
                <a:ea typeface="Arial"/>
                <a:cs typeface="Arial"/>
              </a:defRPr>
            </a:lvl8pPr>
            <a:lvl9pPr algn="ctr">
              <a:buNone/>
              <a:defRPr sz="1800" b="1">
                <a:solidFill>
                  <a:srgbClr val="5BB1FF"/>
                </a:solidFill>
                <a:latin typeface="Arial"/>
                <a:ea typeface="Arial"/>
                <a:cs typeface="Arial"/>
              </a:defRPr>
            </a:lvl9pPr>
          </a:lstStyle>
          <a:p>
            <a:pPr algn="ctr">
              <a:buNone/>
              <a:defRPr sz="1800" b="1">
                <a:solidFill>
                  <a:srgbClr val="5BB1FF"/>
                </a:solidFill>
                <a:latin typeface="Arial"/>
                <a:ea typeface="Arial"/>
                <a:cs typeface="Arial"/>
              </a:defRPr>
            </a:pPr>
            <a:r>
              <a:rPr sz="1800" b="1">
                <a:solidFill>
                  <a:srgbClr val="5BB1FF"/>
                </a:solidFill>
                <a:latin typeface="Arial"/>
                <a:ea typeface="Arial"/>
                <a:cs typeface="Arial"/>
              </a:rPr>
              <a:t>MAX</a:t>
            </a:r>
          </a:p>
          <a:p>
            <a:pPr algn="ctr">
              <a:buNone/>
              <a:defRPr sz="1800" b="1">
                <a:solidFill>
                  <a:srgbClr val="5BB1FF"/>
                </a:solidFill>
                <a:latin typeface="Arial"/>
                <a:ea typeface="Arial"/>
                <a:cs typeface="Arial"/>
              </a:defRPr>
            </a:pPr>
            <a:r>
              <a:rPr sz="1800" b="1">
                <a:solidFill>
                  <a:srgbClr val="5BB1FF"/>
                </a:solidFill>
                <a:latin typeface="Arial"/>
                <a:ea typeface="Arial"/>
                <a:cs typeface="Arial"/>
              </a:rPr>
              <a:t>α = 5</a:t>
            </a:r>
          </a:p>
        </p:txBody>
      </p:sp>
      <p:sp>
        <p:nvSpPr>
          <p:cNvPr id="8" name="Rectangle: Rounded Corners 7">
            <a:extLst>
              <a:ext uri="{FF2B5EF4-FFF2-40B4-BE49-F238E27FC236}">
                <a16:creationId xmlns:a16="http://schemas.microsoft.com/office/drawing/2014/main" id="{F2D4746E-2EDB-41DE-B142-93EDC4289854}"/>
              </a:ext>
            </a:extLst>
          </p:cNvPr>
          <p:cNvSpPr>
            <a:spLocks noGrp="1"/>
          </p:cNvSpPr>
          <p:nvPr/>
        </p:nvSpPr>
        <p:spPr>
          <a:xfrm>
            <a:off x="5381625" y="3295650"/>
            <a:ext cx="1905000" cy="742950"/>
          </a:xfrm>
          <a:prstGeom prst="roundRect">
            <a:avLst>
              <a:gd name="adj" fmla="val 10256"/>
            </a:avLst>
          </a:prstGeom>
          <a:solidFill>
            <a:srgbClr val="202B3D"/>
          </a:solidFill>
          <a:ln w="13335">
            <a:solidFill>
              <a:srgbClr val="48586F"/>
            </a:solidFill>
            <a:prstDash val="solid"/>
          </a:ln>
        </p:spPr>
        <p:txBody>
          <a:bodyPr wrap="square" lIns="76200" tIns="47625" rIns="76200" bIns="47625" anchor="ctr">
            <a:normAutofit/>
          </a:bodyPr>
          <a:lstStyle>
            <a:defPPr algn="ctr">
              <a:defRPr sz="1500" b="1">
                <a:solidFill>
                  <a:srgbClr val="41CF94"/>
                </a:solidFill>
                <a:latin typeface="Arial"/>
                <a:ea typeface="Arial"/>
                <a:cs typeface="Arial"/>
              </a:defRPr>
            </a:defPPr>
            <a:lvl1pPr algn="ctr">
              <a:buNone/>
              <a:defRPr sz="1500" b="1">
                <a:solidFill>
                  <a:srgbClr val="41CF94"/>
                </a:solidFill>
                <a:latin typeface="Arial"/>
                <a:ea typeface="Arial"/>
                <a:cs typeface="Arial"/>
              </a:defRPr>
            </a:lvl1pPr>
            <a:lvl2pPr algn="ctr">
              <a:buNone/>
              <a:defRPr sz="1500" b="1">
                <a:solidFill>
                  <a:srgbClr val="41CF94"/>
                </a:solidFill>
                <a:latin typeface="Arial"/>
                <a:ea typeface="Arial"/>
                <a:cs typeface="Arial"/>
              </a:defRPr>
            </a:lvl2pPr>
            <a:lvl3pPr algn="ctr">
              <a:buNone/>
              <a:defRPr sz="1500" b="1">
                <a:solidFill>
                  <a:srgbClr val="41CF94"/>
                </a:solidFill>
                <a:latin typeface="Arial"/>
                <a:ea typeface="Arial"/>
                <a:cs typeface="Arial"/>
              </a:defRPr>
            </a:lvl3pPr>
            <a:lvl4pPr algn="ctr">
              <a:buNone/>
              <a:defRPr sz="1500" b="1">
                <a:solidFill>
                  <a:srgbClr val="41CF94"/>
                </a:solidFill>
                <a:latin typeface="Arial"/>
                <a:ea typeface="Arial"/>
                <a:cs typeface="Arial"/>
              </a:defRPr>
            </a:lvl4pPr>
            <a:lvl5pPr algn="ctr">
              <a:buNone/>
              <a:defRPr sz="1500" b="1">
                <a:solidFill>
                  <a:srgbClr val="41CF94"/>
                </a:solidFill>
                <a:latin typeface="Arial"/>
                <a:ea typeface="Arial"/>
                <a:cs typeface="Arial"/>
              </a:defRPr>
            </a:lvl5pPr>
            <a:lvl6pPr algn="ctr">
              <a:buNone/>
              <a:defRPr sz="1500" b="1">
                <a:solidFill>
                  <a:srgbClr val="41CF94"/>
                </a:solidFill>
                <a:latin typeface="Arial"/>
                <a:ea typeface="Arial"/>
                <a:cs typeface="Arial"/>
              </a:defRPr>
            </a:lvl6pPr>
            <a:lvl7pPr algn="ctr">
              <a:buNone/>
              <a:defRPr sz="1500" b="1">
                <a:solidFill>
                  <a:srgbClr val="41CF94"/>
                </a:solidFill>
                <a:latin typeface="Arial"/>
                <a:ea typeface="Arial"/>
                <a:cs typeface="Arial"/>
              </a:defRPr>
            </a:lvl7pPr>
            <a:lvl8pPr algn="ctr">
              <a:buNone/>
              <a:defRPr sz="1500" b="1">
                <a:solidFill>
                  <a:srgbClr val="41CF94"/>
                </a:solidFill>
                <a:latin typeface="Arial"/>
                <a:ea typeface="Arial"/>
                <a:cs typeface="Arial"/>
              </a:defRPr>
            </a:lvl8pPr>
            <a:lvl9pPr algn="ctr">
              <a:buNone/>
              <a:defRPr sz="1500" b="1">
                <a:solidFill>
                  <a:srgbClr val="41CF94"/>
                </a:solidFill>
                <a:latin typeface="Arial"/>
                <a:ea typeface="Arial"/>
                <a:cs typeface="Arial"/>
              </a:defRPr>
            </a:lvl9pPr>
          </a:lstStyle>
          <a:p>
            <a:pPr algn="ctr">
              <a:buNone/>
              <a:defRPr sz="1500" b="1">
                <a:solidFill>
                  <a:srgbClr val="41CF94"/>
                </a:solidFill>
                <a:latin typeface="Arial"/>
                <a:ea typeface="Arial"/>
                <a:cs typeface="Arial"/>
              </a:defRPr>
            </a:pPr>
            <a:r>
              <a:rPr sz="1500" b="1">
                <a:solidFill>
                  <a:srgbClr val="41CF94"/>
                </a:solidFill>
                <a:latin typeface="Arial"/>
                <a:ea typeface="Arial"/>
                <a:cs typeface="Arial"/>
              </a:rPr>
              <a:t>Earlier branch</a:t>
            </a:r>
          </a:p>
          <a:p>
            <a:pPr algn="ctr">
              <a:buNone/>
              <a:defRPr sz="1500" b="1">
                <a:solidFill>
                  <a:srgbClr val="41CF94"/>
                </a:solidFill>
                <a:latin typeface="Arial"/>
                <a:ea typeface="Arial"/>
                <a:cs typeface="Arial"/>
              </a:defRPr>
            </a:pPr>
            <a:r>
              <a:rPr sz="1500" b="1">
                <a:solidFill>
                  <a:srgbClr val="41CF94"/>
                </a:solidFill>
                <a:latin typeface="Arial"/>
                <a:ea typeface="Arial"/>
                <a:cs typeface="Arial"/>
              </a:rPr>
              <a:t>score = 5</a:t>
            </a:r>
          </a:p>
        </p:txBody>
      </p:sp>
      <p:sp>
        <p:nvSpPr>
          <p:cNvPr id="9" name="Rectangle: Rounded Corners 8">
            <a:extLst>
              <a:ext uri="{FF2B5EF4-FFF2-40B4-BE49-F238E27FC236}">
                <a16:creationId xmlns:a16="http://schemas.microsoft.com/office/drawing/2014/main" id="{AD184B55-BCB2-44A1-894C-666E4F4CAE72}"/>
              </a:ext>
            </a:extLst>
          </p:cNvPr>
          <p:cNvSpPr>
            <a:spLocks noGrp="1"/>
          </p:cNvSpPr>
          <p:nvPr/>
        </p:nvSpPr>
        <p:spPr>
          <a:xfrm>
            <a:off x="8477250" y="3295650"/>
            <a:ext cx="1905000" cy="742950"/>
          </a:xfrm>
          <a:prstGeom prst="roundRect">
            <a:avLst>
              <a:gd name="adj" fmla="val 10256"/>
            </a:avLst>
          </a:prstGeom>
          <a:solidFill>
            <a:srgbClr val="202B3D"/>
          </a:solidFill>
          <a:ln w="13335">
            <a:solidFill>
              <a:srgbClr val="48586F"/>
            </a:solidFill>
            <a:prstDash val="solid"/>
          </a:ln>
        </p:spPr>
        <p:txBody>
          <a:bodyPr wrap="square" lIns="76200" tIns="47625" rIns="76200" bIns="47625" anchor="ctr">
            <a:normAutofit/>
          </a:bodyPr>
          <a:lstStyle>
            <a:defPPr algn="ctr">
              <a:defRPr sz="1500" b="1">
                <a:solidFill>
                  <a:srgbClr val="41CF94"/>
                </a:solidFill>
                <a:latin typeface="Arial"/>
                <a:ea typeface="Arial"/>
                <a:cs typeface="Arial"/>
              </a:defRPr>
            </a:defPPr>
            <a:lvl1pPr algn="ctr">
              <a:buNone/>
              <a:defRPr sz="1500" b="1">
                <a:solidFill>
                  <a:srgbClr val="41CF94"/>
                </a:solidFill>
                <a:latin typeface="Arial"/>
                <a:ea typeface="Arial"/>
                <a:cs typeface="Arial"/>
              </a:defRPr>
            </a:lvl1pPr>
            <a:lvl2pPr algn="ctr">
              <a:buNone/>
              <a:defRPr sz="1500" b="1">
                <a:solidFill>
                  <a:srgbClr val="41CF94"/>
                </a:solidFill>
                <a:latin typeface="Arial"/>
                <a:ea typeface="Arial"/>
                <a:cs typeface="Arial"/>
              </a:defRPr>
            </a:lvl2pPr>
            <a:lvl3pPr algn="ctr">
              <a:buNone/>
              <a:defRPr sz="1500" b="1">
                <a:solidFill>
                  <a:srgbClr val="41CF94"/>
                </a:solidFill>
                <a:latin typeface="Arial"/>
                <a:ea typeface="Arial"/>
                <a:cs typeface="Arial"/>
              </a:defRPr>
            </a:lvl3pPr>
            <a:lvl4pPr algn="ctr">
              <a:buNone/>
              <a:defRPr sz="1500" b="1">
                <a:solidFill>
                  <a:srgbClr val="41CF94"/>
                </a:solidFill>
                <a:latin typeface="Arial"/>
                <a:ea typeface="Arial"/>
                <a:cs typeface="Arial"/>
              </a:defRPr>
            </a:lvl4pPr>
            <a:lvl5pPr algn="ctr">
              <a:buNone/>
              <a:defRPr sz="1500" b="1">
                <a:solidFill>
                  <a:srgbClr val="41CF94"/>
                </a:solidFill>
                <a:latin typeface="Arial"/>
                <a:ea typeface="Arial"/>
                <a:cs typeface="Arial"/>
              </a:defRPr>
            </a:lvl5pPr>
            <a:lvl6pPr algn="ctr">
              <a:buNone/>
              <a:defRPr sz="1500" b="1">
                <a:solidFill>
                  <a:srgbClr val="41CF94"/>
                </a:solidFill>
                <a:latin typeface="Arial"/>
                <a:ea typeface="Arial"/>
                <a:cs typeface="Arial"/>
              </a:defRPr>
            </a:lvl6pPr>
            <a:lvl7pPr algn="ctr">
              <a:buNone/>
              <a:defRPr sz="1500" b="1">
                <a:solidFill>
                  <a:srgbClr val="41CF94"/>
                </a:solidFill>
                <a:latin typeface="Arial"/>
                <a:ea typeface="Arial"/>
                <a:cs typeface="Arial"/>
              </a:defRPr>
            </a:lvl7pPr>
            <a:lvl8pPr algn="ctr">
              <a:buNone/>
              <a:defRPr sz="1500" b="1">
                <a:solidFill>
                  <a:srgbClr val="41CF94"/>
                </a:solidFill>
                <a:latin typeface="Arial"/>
                <a:ea typeface="Arial"/>
                <a:cs typeface="Arial"/>
              </a:defRPr>
            </a:lvl8pPr>
            <a:lvl9pPr algn="ctr">
              <a:buNone/>
              <a:defRPr sz="1500" b="1">
                <a:solidFill>
                  <a:srgbClr val="41CF94"/>
                </a:solidFill>
                <a:latin typeface="Arial"/>
                <a:ea typeface="Arial"/>
                <a:cs typeface="Arial"/>
              </a:defRPr>
            </a:lvl9pPr>
          </a:lstStyle>
          <a:p>
            <a:pPr algn="ctr">
              <a:buNone/>
              <a:defRPr sz="1500" b="1">
                <a:solidFill>
                  <a:srgbClr val="41CF94"/>
                </a:solidFill>
                <a:latin typeface="Arial"/>
                <a:ea typeface="Arial"/>
                <a:cs typeface="Arial"/>
              </a:defRPr>
            </a:pPr>
            <a:r>
              <a:rPr sz="1500" b="1">
                <a:solidFill>
                  <a:srgbClr val="41CF94"/>
                </a:solidFill>
                <a:latin typeface="Arial"/>
                <a:ea typeface="Arial"/>
                <a:cs typeface="Arial"/>
              </a:rPr>
              <a:t>MIN branch</a:t>
            </a:r>
          </a:p>
          <a:p>
            <a:pPr algn="ctr">
              <a:buNone/>
              <a:defRPr sz="1500" b="1">
                <a:solidFill>
                  <a:srgbClr val="41CF94"/>
                </a:solidFill>
                <a:latin typeface="Arial"/>
                <a:ea typeface="Arial"/>
                <a:cs typeface="Arial"/>
              </a:defRPr>
            </a:pPr>
            <a:r>
              <a:rPr sz="1500" b="1">
                <a:solidFill>
                  <a:srgbClr val="41CF94"/>
                </a:solidFill>
                <a:latin typeface="Arial"/>
                <a:ea typeface="Arial"/>
                <a:cs typeface="Arial"/>
              </a:rPr>
              <a:t>β = 3</a:t>
            </a:r>
          </a:p>
        </p:txBody>
      </p:sp>
      <p:sp>
        <p:nvSpPr>
          <p:cNvPr id="10" name="Rectangle: Rounded Corners 9">
            <a:extLst>
              <a:ext uri="{FF2B5EF4-FFF2-40B4-BE49-F238E27FC236}">
                <a16:creationId xmlns:a16="http://schemas.microsoft.com/office/drawing/2014/main" id="{FB8F43FA-5FC4-472D-8FD7-1F4322E90BB3}"/>
              </a:ext>
            </a:extLst>
          </p:cNvPr>
          <p:cNvSpPr>
            <a:spLocks noGrp="1"/>
          </p:cNvSpPr>
          <p:nvPr/>
        </p:nvSpPr>
        <p:spPr>
          <a:xfrm>
            <a:off x="7524750" y="4857750"/>
            <a:ext cx="1809750" cy="685800"/>
          </a:xfrm>
          <a:prstGeom prst="roundRect">
            <a:avLst>
              <a:gd name="adj" fmla="val 11111"/>
            </a:avLst>
          </a:prstGeom>
          <a:solidFill>
            <a:srgbClr val="192231"/>
          </a:solidFill>
          <a:ln w="13335">
            <a:solidFill>
              <a:srgbClr val="48586F"/>
            </a:solidFill>
            <a:prstDash val="solid"/>
          </a:ln>
        </p:spPr>
        <p:txBody>
          <a:bodyPr wrap="square" lIns="76200" tIns="47625" rIns="76200" bIns="47625" anchor="ctr">
            <a:normAutofit/>
          </a:bodyPr>
          <a:lstStyle>
            <a:defPPr algn="ctr">
              <a:defRPr sz="1425" b="1">
                <a:solidFill>
                  <a:srgbClr val="F0F4FA"/>
                </a:solidFill>
                <a:latin typeface="Arial"/>
                <a:ea typeface="Arial"/>
                <a:cs typeface="Arial"/>
              </a:defRPr>
            </a:defPPr>
            <a:lvl1pPr algn="ctr">
              <a:buNone/>
              <a:defRPr sz="1425" b="1">
                <a:solidFill>
                  <a:srgbClr val="F0F4FA"/>
                </a:solidFill>
                <a:latin typeface="Arial"/>
                <a:ea typeface="Arial"/>
                <a:cs typeface="Arial"/>
              </a:defRPr>
            </a:lvl1pPr>
            <a:lvl2pPr algn="ctr">
              <a:buNone/>
              <a:defRPr sz="1425" b="1">
                <a:solidFill>
                  <a:srgbClr val="F0F4FA"/>
                </a:solidFill>
                <a:latin typeface="Arial"/>
                <a:ea typeface="Arial"/>
                <a:cs typeface="Arial"/>
              </a:defRPr>
            </a:lvl2pPr>
            <a:lvl3pPr algn="ctr">
              <a:buNone/>
              <a:defRPr sz="1425" b="1">
                <a:solidFill>
                  <a:srgbClr val="F0F4FA"/>
                </a:solidFill>
                <a:latin typeface="Arial"/>
                <a:ea typeface="Arial"/>
                <a:cs typeface="Arial"/>
              </a:defRPr>
            </a:lvl3pPr>
            <a:lvl4pPr algn="ctr">
              <a:buNone/>
              <a:defRPr sz="1425" b="1">
                <a:solidFill>
                  <a:srgbClr val="F0F4FA"/>
                </a:solidFill>
                <a:latin typeface="Arial"/>
                <a:ea typeface="Arial"/>
                <a:cs typeface="Arial"/>
              </a:defRPr>
            </a:lvl4pPr>
            <a:lvl5pPr algn="ctr">
              <a:buNone/>
              <a:defRPr sz="1425" b="1">
                <a:solidFill>
                  <a:srgbClr val="F0F4FA"/>
                </a:solidFill>
                <a:latin typeface="Arial"/>
                <a:ea typeface="Arial"/>
                <a:cs typeface="Arial"/>
              </a:defRPr>
            </a:lvl5pPr>
            <a:lvl6pPr algn="ctr">
              <a:buNone/>
              <a:defRPr sz="1425" b="1">
                <a:solidFill>
                  <a:srgbClr val="F0F4FA"/>
                </a:solidFill>
                <a:latin typeface="Arial"/>
                <a:ea typeface="Arial"/>
                <a:cs typeface="Arial"/>
              </a:defRPr>
            </a:lvl6pPr>
            <a:lvl7pPr algn="ctr">
              <a:buNone/>
              <a:defRPr sz="1425" b="1">
                <a:solidFill>
                  <a:srgbClr val="F0F4FA"/>
                </a:solidFill>
                <a:latin typeface="Arial"/>
                <a:ea typeface="Arial"/>
                <a:cs typeface="Arial"/>
              </a:defRPr>
            </a:lvl7pPr>
            <a:lvl8pPr algn="ctr">
              <a:buNone/>
              <a:defRPr sz="1425" b="1">
                <a:solidFill>
                  <a:srgbClr val="F0F4FA"/>
                </a:solidFill>
                <a:latin typeface="Arial"/>
                <a:ea typeface="Arial"/>
                <a:cs typeface="Arial"/>
              </a:defRPr>
            </a:lvl8pPr>
            <a:lvl9pPr algn="ctr">
              <a:buNone/>
              <a:defRPr sz="1425" b="1">
                <a:solidFill>
                  <a:srgbClr val="F0F4FA"/>
                </a:solidFill>
                <a:latin typeface="Arial"/>
                <a:ea typeface="Arial"/>
                <a:cs typeface="Arial"/>
              </a:defRPr>
            </a:lvl9pPr>
          </a:lstStyle>
          <a:p>
            <a:pPr algn="ctr">
              <a:buNone/>
              <a:defRPr sz="1425" b="1">
                <a:solidFill>
                  <a:srgbClr val="F0F4FA"/>
                </a:solidFill>
                <a:latin typeface="Arial"/>
                <a:ea typeface="Arial"/>
                <a:cs typeface="Arial"/>
              </a:defRPr>
            </a:pPr>
            <a:r>
              <a:rPr sz="1425" b="1">
                <a:solidFill>
                  <a:srgbClr val="F0F4FA"/>
                </a:solidFill>
                <a:latin typeface="Arial"/>
                <a:ea typeface="Arial"/>
                <a:cs typeface="Arial"/>
              </a:rPr>
              <a:t>Examined child</a:t>
            </a:r>
          </a:p>
          <a:p>
            <a:pPr algn="ctr">
              <a:buNone/>
              <a:defRPr sz="1425" b="1">
                <a:solidFill>
                  <a:srgbClr val="F0F4FA"/>
                </a:solidFill>
                <a:latin typeface="Arial"/>
                <a:ea typeface="Arial"/>
                <a:cs typeface="Arial"/>
              </a:defRPr>
            </a:pPr>
            <a:r>
              <a:rPr sz="1425" b="1">
                <a:solidFill>
                  <a:srgbClr val="F0F4FA"/>
                </a:solidFill>
                <a:latin typeface="Arial"/>
                <a:ea typeface="Arial"/>
                <a:cs typeface="Arial"/>
              </a:rPr>
              <a:t>score = 3</a:t>
            </a:r>
          </a:p>
        </p:txBody>
      </p:sp>
      <p:sp>
        <p:nvSpPr>
          <p:cNvPr id="11" name="Rectangle: Rounded Corners 10">
            <a:extLst>
              <a:ext uri="{FF2B5EF4-FFF2-40B4-BE49-F238E27FC236}">
                <a16:creationId xmlns:a16="http://schemas.microsoft.com/office/drawing/2014/main" id="{1EA5EB89-CA16-40A5-B121-F7C436B3ACEE}"/>
              </a:ext>
            </a:extLst>
          </p:cNvPr>
          <p:cNvSpPr>
            <a:spLocks noGrp="1"/>
          </p:cNvSpPr>
          <p:nvPr/>
        </p:nvSpPr>
        <p:spPr>
          <a:xfrm>
            <a:off x="10144125" y="4857750"/>
            <a:ext cx="1809750" cy="685800"/>
          </a:xfrm>
          <a:prstGeom prst="roundRect">
            <a:avLst>
              <a:gd name="adj" fmla="val 11111"/>
            </a:avLst>
          </a:prstGeom>
          <a:solidFill>
            <a:srgbClr val="351F2B"/>
          </a:solidFill>
          <a:ln w="13335">
            <a:solidFill>
              <a:srgbClr val="48586F"/>
            </a:solidFill>
            <a:prstDash val="solid"/>
          </a:ln>
        </p:spPr>
        <p:txBody>
          <a:bodyPr wrap="square" lIns="76200" tIns="47625" rIns="76200" bIns="47625" anchor="ctr">
            <a:normAutofit/>
          </a:bodyPr>
          <a:lstStyle>
            <a:defPPr algn="ctr">
              <a:defRPr sz="1425" b="1">
                <a:solidFill>
                  <a:srgbClr val="EF5B6F"/>
                </a:solidFill>
                <a:latin typeface="Arial"/>
                <a:ea typeface="Arial"/>
                <a:cs typeface="Arial"/>
              </a:defRPr>
            </a:defPPr>
            <a:lvl1pPr algn="ctr">
              <a:buNone/>
              <a:defRPr sz="1425" b="1">
                <a:solidFill>
                  <a:srgbClr val="EF5B6F"/>
                </a:solidFill>
                <a:latin typeface="Arial"/>
                <a:ea typeface="Arial"/>
                <a:cs typeface="Arial"/>
              </a:defRPr>
            </a:lvl1pPr>
            <a:lvl2pPr algn="ctr">
              <a:buNone/>
              <a:defRPr sz="1425" b="1">
                <a:solidFill>
                  <a:srgbClr val="EF5B6F"/>
                </a:solidFill>
                <a:latin typeface="Arial"/>
                <a:ea typeface="Arial"/>
                <a:cs typeface="Arial"/>
              </a:defRPr>
            </a:lvl2pPr>
            <a:lvl3pPr algn="ctr">
              <a:buNone/>
              <a:defRPr sz="1425" b="1">
                <a:solidFill>
                  <a:srgbClr val="EF5B6F"/>
                </a:solidFill>
                <a:latin typeface="Arial"/>
                <a:ea typeface="Arial"/>
                <a:cs typeface="Arial"/>
              </a:defRPr>
            </a:lvl3pPr>
            <a:lvl4pPr algn="ctr">
              <a:buNone/>
              <a:defRPr sz="1425" b="1">
                <a:solidFill>
                  <a:srgbClr val="EF5B6F"/>
                </a:solidFill>
                <a:latin typeface="Arial"/>
                <a:ea typeface="Arial"/>
                <a:cs typeface="Arial"/>
              </a:defRPr>
            </a:lvl4pPr>
            <a:lvl5pPr algn="ctr">
              <a:buNone/>
              <a:defRPr sz="1425" b="1">
                <a:solidFill>
                  <a:srgbClr val="EF5B6F"/>
                </a:solidFill>
                <a:latin typeface="Arial"/>
                <a:ea typeface="Arial"/>
                <a:cs typeface="Arial"/>
              </a:defRPr>
            </a:lvl5pPr>
            <a:lvl6pPr algn="ctr">
              <a:buNone/>
              <a:defRPr sz="1425" b="1">
                <a:solidFill>
                  <a:srgbClr val="EF5B6F"/>
                </a:solidFill>
                <a:latin typeface="Arial"/>
                <a:ea typeface="Arial"/>
                <a:cs typeface="Arial"/>
              </a:defRPr>
            </a:lvl6pPr>
            <a:lvl7pPr algn="ctr">
              <a:buNone/>
              <a:defRPr sz="1425" b="1">
                <a:solidFill>
                  <a:srgbClr val="EF5B6F"/>
                </a:solidFill>
                <a:latin typeface="Arial"/>
                <a:ea typeface="Arial"/>
                <a:cs typeface="Arial"/>
              </a:defRPr>
            </a:lvl7pPr>
            <a:lvl8pPr algn="ctr">
              <a:buNone/>
              <a:defRPr sz="1425" b="1">
                <a:solidFill>
                  <a:srgbClr val="EF5B6F"/>
                </a:solidFill>
                <a:latin typeface="Arial"/>
                <a:ea typeface="Arial"/>
                <a:cs typeface="Arial"/>
              </a:defRPr>
            </a:lvl8pPr>
            <a:lvl9pPr algn="ctr">
              <a:buNone/>
              <a:defRPr sz="1425" b="1">
                <a:solidFill>
                  <a:srgbClr val="EF5B6F"/>
                </a:solidFill>
                <a:latin typeface="Arial"/>
                <a:ea typeface="Arial"/>
                <a:cs typeface="Arial"/>
              </a:defRPr>
            </a:lvl9pPr>
          </a:lstStyle>
          <a:p>
            <a:pPr algn="ctr">
              <a:buNone/>
              <a:defRPr sz="1425" b="1">
                <a:solidFill>
                  <a:srgbClr val="EF5B6F"/>
                </a:solidFill>
                <a:latin typeface="Arial"/>
                <a:ea typeface="Arial"/>
                <a:cs typeface="Arial"/>
              </a:defRPr>
            </a:pPr>
            <a:r>
              <a:rPr sz="1425" b="1">
                <a:solidFill>
                  <a:srgbClr val="EF5B6F"/>
                </a:solidFill>
                <a:latin typeface="Arial"/>
                <a:ea typeface="Arial"/>
                <a:cs typeface="Arial"/>
              </a:rPr>
              <a:t>Remaining replies</a:t>
            </a:r>
          </a:p>
          <a:p>
            <a:pPr algn="ctr">
              <a:buNone/>
              <a:defRPr sz="1425" b="1">
                <a:solidFill>
                  <a:srgbClr val="EF5B6F"/>
                </a:solidFill>
                <a:latin typeface="Arial"/>
                <a:ea typeface="Arial"/>
                <a:cs typeface="Arial"/>
              </a:defRPr>
            </a:pPr>
            <a:r>
              <a:rPr sz="1425" b="1">
                <a:solidFill>
                  <a:srgbClr val="EF5B6F"/>
                </a:solidFill>
                <a:latin typeface="Arial"/>
                <a:ea typeface="Arial"/>
                <a:cs typeface="Arial"/>
              </a:rPr>
              <a:t>pruned</a:t>
            </a:r>
          </a:p>
        </p:txBody>
      </p:sp>
      <p:sp>
        <p:nvSpPr>
          <p:cNvPr id="16" name="Rectangle 15">
            <a:extLst>
              <a:ext uri="{FF2B5EF4-FFF2-40B4-BE49-F238E27FC236}">
                <a16:creationId xmlns:a16="http://schemas.microsoft.com/office/drawing/2014/main" id="{7369CDA3-EE25-4422-A1C4-22B6AE90DEFA}"/>
              </a:ext>
            </a:extLst>
          </p:cNvPr>
          <p:cNvSpPr>
            <a:spLocks noGrp="1"/>
          </p:cNvSpPr>
          <p:nvPr/>
        </p:nvSpPr>
        <p:spPr>
          <a:xfrm>
            <a:off x="7905750" y="5715000"/>
            <a:ext cx="2381250" cy="304800"/>
          </a:xfrm>
          <a:prstGeom prst="rect">
            <a:avLst/>
          </a:prstGeom>
          <a:noFill/>
          <a:ln w="0">
            <a:noFill/>
            <a:prstDash val="solid"/>
          </a:ln>
        </p:spPr>
        <p:txBody>
          <a:bodyPr wrap="square" lIns="0" tIns="0" rIns="0" bIns="0" anchor="t">
            <a:normAutofit/>
          </a:bodyPr>
          <a:lstStyle>
            <a:defPPr algn="ctr">
              <a:defRPr sz="1500" b="1">
                <a:solidFill>
                  <a:srgbClr val="EF5B6F"/>
                </a:solidFill>
                <a:latin typeface="Arial"/>
                <a:ea typeface="Arial"/>
                <a:cs typeface="Arial"/>
              </a:defRPr>
            </a:defPPr>
            <a:lvl1pPr algn="ctr">
              <a:buNone/>
              <a:defRPr sz="1500" b="1">
                <a:solidFill>
                  <a:srgbClr val="EF5B6F"/>
                </a:solidFill>
                <a:latin typeface="Arial"/>
                <a:ea typeface="Arial"/>
                <a:cs typeface="Arial"/>
              </a:defRPr>
            </a:lvl1pPr>
            <a:lvl2pPr algn="ctr">
              <a:buNone/>
              <a:defRPr sz="1500" b="1">
                <a:solidFill>
                  <a:srgbClr val="EF5B6F"/>
                </a:solidFill>
                <a:latin typeface="Arial"/>
                <a:ea typeface="Arial"/>
                <a:cs typeface="Arial"/>
              </a:defRPr>
            </a:lvl2pPr>
            <a:lvl3pPr algn="ctr">
              <a:buNone/>
              <a:defRPr sz="1500" b="1">
                <a:solidFill>
                  <a:srgbClr val="EF5B6F"/>
                </a:solidFill>
                <a:latin typeface="Arial"/>
                <a:ea typeface="Arial"/>
                <a:cs typeface="Arial"/>
              </a:defRPr>
            </a:lvl3pPr>
            <a:lvl4pPr algn="ctr">
              <a:buNone/>
              <a:defRPr sz="1500" b="1">
                <a:solidFill>
                  <a:srgbClr val="EF5B6F"/>
                </a:solidFill>
                <a:latin typeface="Arial"/>
                <a:ea typeface="Arial"/>
                <a:cs typeface="Arial"/>
              </a:defRPr>
            </a:lvl4pPr>
            <a:lvl5pPr algn="ctr">
              <a:buNone/>
              <a:defRPr sz="1500" b="1">
                <a:solidFill>
                  <a:srgbClr val="EF5B6F"/>
                </a:solidFill>
                <a:latin typeface="Arial"/>
                <a:ea typeface="Arial"/>
                <a:cs typeface="Arial"/>
              </a:defRPr>
            </a:lvl5pPr>
            <a:lvl6pPr algn="ctr">
              <a:buNone/>
              <a:defRPr sz="1500" b="1">
                <a:solidFill>
                  <a:srgbClr val="EF5B6F"/>
                </a:solidFill>
                <a:latin typeface="Arial"/>
                <a:ea typeface="Arial"/>
                <a:cs typeface="Arial"/>
              </a:defRPr>
            </a:lvl6pPr>
            <a:lvl7pPr algn="ctr">
              <a:buNone/>
              <a:defRPr sz="1500" b="1">
                <a:solidFill>
                  <a:srgbClr val="EF5B6F"/>
                </a:solidFill>
                <a:latin typeface="Arial"/>
                <a:ea typeface="Arial"/>
                <a:cs typeface="Arial"/>
              </a:defRPr>
            </a:lvl7pPr>
            <a:lvl8pPr algn="ctr">
              <a:buNone/>
              <a:defRPr sz="1500" b="1">
                <a:solidFill>
                  <a:srgbClr val="EF5B6F"/>
                </a:solidFill>
                <a:latin typeface="Arial"/>
                <a:ea typeface="Arial"/>
                <a:cs typeface="Arial"/>
              </a:defRPr>
            </a:lvl8pPr>
            <a:lvl9pPr algn="ctr">
              <a:buNone/>
              <a:defRPr sz="1500" b="1">
                <a:solidFill>
                  <a:srgbClr val="EF5B6F"/>
                </a:solidFill>
                <a:latin typeface="Arial"/>
                <a:ea typeface="Arial"/>
                <a:cs typeface="Arial"/>
              </a:defRPr>
            </a:lvl9pPr>
          </a:lstStyle>
          <a:p>
            <a:pPr algn="ctr">
              <a:lnSpc>
                <a:spcPct val="108000"/>
              </a:lnSpc>
              <a:buNone/>
              <a:defRPr sz="1500" b="1">
                <a:solidFill>
                  <a:srgbClr val="EF5B6F"/>
                </a:solidFill>
                <a:latin typeface="Arial"/>
                <a:ea typeface="Arial"/>
                <a:cs typeface="Arial"/>
              </a:defRPr>
            </a:pPr>
            <a:r>
              <a:rPr sz="1500" b="1">
                <a:solidFill>
                  <a:srgbClr val="EF5B6F"/>
                </a:solidFill>
                <a:latin typeface="Arial"/>
                <a:ea typeface="Arial"/>
                <a:cs typeface="Arial"/>
              </a:rPr>
              <a:t>β = 3 ≤ α = 5</a:t>
            </a:r>
          </a:p>
        </p:txBody>
      </p:sp>
    </p:spTree>
    <p:extLst>
      <p:ext uri="{BB962C8B-B14F-4D97-AF65-F5344CB8AC3E}">
        <p14:creationId xmlns:p14="http://schemas.microsoft.com/office/powerpoint/2010/main" val="2478304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131D"/>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A955B3DA-3245-430D-A238-3DA231CCBF35}"/>
              </a:ext>
            </a:extLst>
          </p:cNvPr>
          <p:cNvSpPr>
            <a:spLocks noGrp="1"/>
          </p:cNvSpPr>
          <p:nvPr/>
        </p:nvSpPr>
        <p:spPr>
          <a:xfrm>
            <a:off x="609600" y="400050"/>
            <a:ext cx="10810875" cy="647700"/>
          </a:xfrm>
          <a:prstGeom prst="rect">
            <a:avLst/>
          </a:prstGeom>
          <a:noFill/>
          <a:ln w="0">
            <a:noFill/>
            <a:prstDash val="solid"/>
          </a:ln>
        </p:spPr>
        <p:txBody>
          <a:bodyPr wrap="square" lIns="0" tIns="0" rIns="0" bIns="0" anchor="t">
            <a:normAutofit/>
          </a:bodyPr>
          <a:lstStyle>
            <a:defPPr algn="l">
              <a:defRPr sz="3450" b="1">
                <a:solidFill>
                  <a:srgbClr val="F0F4FA"/>
                </a:solidFill>
                <a:latin typeface="Arial"/>
                <a:ea typeface="Arial"/>
                <a:cs typeface="Arial"/>
              </a:defRPr>
            </a:defPPr>
            <a:lvl1pPr algn="l">
              <a:buNone/>
              <a:defRPr sz="3450" b="1">
                <a:solidFill>
                  <a:srgbClr val="F0F4FA"/>
                </a:solidFill>
                <a:latin typeface="Arial"/>
                <a:ea typeface="Arial"/>
                <a:cs typeface="Arial"/>
              </a:defRPr>
            </a:lvl1pPr>
            <a:lvl2pPr algn="l">
              <a:buNone/>
              <a:defRPr sz="3450" b="1">
                <a:solidFill>
                  <a:srgbClr val="F0F4FA"/>
                </a:solidFill>
                <a:latin typeface="Arial"/>
                <a:ea typeface="Arial"/>
                <a:cs typeface="Arial"/>
              </a:defRPr>
            </a:lvl2pPr>
            <a:lvl3pPr algn="l">
              <a:buNone/>
              <a:defRPr sz="3450" b="1">
                <a:solidFill>
                  <a:srgbClr val="F0F4FA"/>
                </a:solidFill>
                <a:latin typeface="Arial"/>
                <a:ea typeface="Arial"/>
                <a:cs typeface="Arial"/>
              </a:defRPr>
            </a:lvl3pPr>
            <a:lvl4pPr algn="l">
              <a:buNone/>
              <a:defRPr sz="3450" b="1">
                <a:solidFill>
                  <a:srgbClr val="F0F4FA"/>
                </a:solidFill>
                <a:latin typeface="Arial"/>
                <a:ea typeface="Arial"/>
                <a:cs typeface="Arial"/>
              </a:defRPr>
            </a:lvl4pPr>
            <a:lvl5pPr algn="l">
              <a:buNone/>
              <a:defRPr sz="3450" b="1">
                <a:solidFill>
                  <a:srgbClr val="F0F4FA"/>
                </a:solidFill>
                <a:latin typeface="Arial"/>
                <a:ea typeface="Arial"/>
                <a:cs typeface="Arial"/>
              </a:defRPr>
            </a:lvl5pPr>
            <a:lvl6pPr algn="l">
              <a:buNone/>
              <a:defRPr sz="3450" b="1">
                <a:solidFill>
                  <a:srgbClr val="F0F4FA"/>
                </a:solidFill>
                <a:latin typeface="Arial"/>
                <a:ea typeface="Arial"/>
                <a:cs typeface="Arial"/>
              </a:defRPr>
            </a:lvl6pPr>
            <a:lvl7pPr algn="l">
              <a:buNone/>
              <a:defRPr sz="3450" b="1">
                <a:solidFill>
                  <a:srgbClr val="F0F4FA"/>
                </a:solidFill>
                <a:latin typeface="Arial"/>
                <a:ea typeface="Arial"/>
                <a:cs typeface="Arial"/>
              </a:defRPr>
            </a:lvl7pPr>
            <a:lvl8pPr algn="l">
              <a:buNone/>
              <a:defRPr sz="3450" b="1">
                <a:solidFill>
                  <a:srgbClr val="F0F4FA"/>
                </a:solidFill>
                <a:latin typeface="Arial"/>
                <a:ea typeface="Arial"/>
                <a:cs typeface="Arial"/>
              </a:defRPr>
            </a:lvl8pPr>
            <a:lvl9pPr algn="l">
              <a:buNone/>
              <a:defRPr sz="3450" b="1">
                <a:solidFill>
                  <a:srgbClr val="F0F4FA"/>
                </a:solidFill>
                <a:latin typeface="Arial"/>
                <a:ea typeface="Arial"/>
                <a:cs typeface="Arial"/>
              </a:defRPr>
            </a:lvl9pPr>
          </a:lstStyle>
          <a:p>
            <a:pPr algn="l">
              <a:lnSpc>
                <a:spcPct val="108000"/>
              </a:lnSpc>
              <a:buNone/>
              <a:defRPr sz="3450" b="1">
                <a:solidFill>
                  <a:srgbClr val="F0F4FA"/>
                </a:solidFill>
                <a:latin typeface="Arial"/>
                <a:ea typeface="Arial"/>
                <a:cs typeface="Arial"/>
              </a:defRPr>
            </a:pPr>
            <a:r>
              <a:rPr sz="3450" b="1">
                <a:solidFill>
                  <a:srgbClr val="F0F4FA"/>
                </a:solidFill>
                <a:latin typeface="Arial"/>
                <a:ea typeface="Arial"/>
                <a:cs typeface="Arial"/>
              </a:rPr>
              <a:t>One depth-3 run evaluated 93.6% fewer leaves</a:t>
            </a:r>
          </a:p>
        </p:txBody>
      </p:sp>
      <p:sp>
        <p:nvSpPr>
          <p:cNvPr id="2" name="Rectangle 1">
            <a:extLst>
              <a:ext uri="{FF2B5EF4-FFF2-40B4-BE49-F238E27FC236}">
                <a16:creationId xmlns:a16="http://schemas.microsoft.com/office/drawing/2014/main" id="{0D05CCE6-5E4A-4922-A569-64F8EAEADCF0}"/>
              </a:ext>
            </a:extLst>
          </p:cNvPr>
          <p:cNvSpPr>
            <a:spLocks noGrp="1"/>
          </p:cNvSpPr>
          <p:nvPr/>
        </p:nvSpPr>
        <p:spPr>
          <a:xfrm>
            <a:off x="609600" y="1143000"/>
            <a:ext cx="685800" cy="38100"/>
          </a:xfrm>
          <a:prstGeom prst="rect">
            <a:avLst/>
          </a:prstGeom>
          <a:solidFill>
            <a:srgbClr val="5BB1FF"/>
          </a:solidFill>
          <a:ln w="0">
            <a:noFill/>
            <a:prstDash val="solid"/>
          </a:ln>
        </p:spPr>
      </p:sp>
      <p:sp>
        <p:nvSpPr>
          <p:cNvPr id="3" name="Rectangle 2">
            <a:extLst>
              <a:ext uri="{FF2B5EF4-FFF2-40B4-BE49-F238E27FC236}">
                <a16:creationId xmlns:a16="http://schemas.microsoft.com/office/drawing/2014/main" id="{7309649E-A2F4-40AE-8C3D-F5B061A6277D}"/>
              </a:ext>
            </a:extLst>
          </p:cNvPr>
          <p:cNvSpPr>
            <a:spLocks noGrp="1"/>
          </p:cNvSpPr>
          <p:nvPr/>
        </p:nvSpPr>
        <p:spPr>
          <a:xfrm>
            <a:off x="11468100" y="6400800"/>
            <a:ext cx="342900" cy="209550"/>
          </a:xfrm>
          <a:prstGeom prst="rect">
            <a:avLst/>
          </a:prstGeom>
          <a:noFill/>
          <a:ln w="0">
            <a:noFill/>
            <a:prstDash val="solid"/>
          </a:ln>
        </p:spPr>
        <p:txBody>
          <a:bodyPr wrap="square" lIns="0" tIns="0" rIns="0" bIns="0" anchor="t">
            <a:normAutofit/>
          </a:bodyPr>
          <a:lstStyle>
            <a:defPPr algn="r">
              <a:defRPr sz="1200" b="0">
                <a:solidFill>
                  <a:srgbClr val="AFBBCB"/>
                </a:solidFill>
                <a:latin typeface="Arial"/>
                <a:ea typeface="Arial"/>
                <a:cs typeface="Arial"/>
              </a:defRPr>
            </a:defPPr>
            <a:lvl1pPr algn="r">
              <a:buNone/>
              <a:defRPr sz="1200" b="0">
                <a:solidFill>
                  <a:srgbClr val="AFBBCB"/>
                </a:solidFill>
                <a:latin typeface="Arial"/>
                <a:ea typeface="Arial"/>
                <a:cs typeface="Arial"/>
              </a:defRPr>
            </a:lvl1pPr>
            <a:lvl2pPr algn="r">
              <a:buNone/>
              <a:defRPr sz="1200" b="0">
                <a:solidFill>
                  <a:srgbClr val="AFBBCB"/>
                </a:solidFill>
                <a:latin typeface="Arial"/>
                <a:ea typeface="Arial"/>
                <a:cs typeface="Arial"/>
              </a:defRPr>
            </a:lvl2pPr>
            <a:lvl3pPr algn="r">
              <a:buNone/>
              <a:defRPr sz="1200" b="0">
                <a:solidFill>
                  <a:srgbClr val="AFBBCB"/>
                </a:solidFill>
                <a:latin typeface="Arial"/>
                <a:ea typeface="Arial"/>
                <a:cs typeface="Arial"/>
              </a:defRPr>
            </a:lvl3pPr>
            <a:lvl4pPr algn="r">
              <a:buNone/>
              <a:defRPr sz="1200" b="0">
                <a:solidFill>
                  <a:srgbClr val="AFBBCB"/>
                </a:solidFill>
                <a:latin typeface="Arial"/>
                <a:ea typeface="Arial"/>
                <a:cs typeface="Arial"/>
              </a:defRPr>
            </a:lvl4pPr>
            <a:lvl5pPr algn="r">
              <a:buNone/>
              <a:defRPr sz="1200" b="0">
                <a:solidFill>
                  <a:srgbClr val="AFBBCB"/>
                </a:solidFill>
                <a:latin typeface="Arial"/>
                <a:ea typeface="Arial"/>
                <a:cs typeface="Arial"/>
              </a:defRPr>
            </a:lvl5pPr>
            <a:lvl6pPr algn="r">
              <a:buNone/>
              <a:defRPr sz="1200" b="0">
                <a:solidFill>
                  <a:srgbClr val="AFBBCB"/>
                </a:solidFill>
                <a:latin typeface="Arial"/>
                <a:ea typeface="Arial"/>
                <a:cs typeface="Arial"/>
              </a:defRPr>
            </a:lvl6pPr>
            <a:lvl7pPr algn="r">
              <a:buNone/>
              <a:defRPr sz="1200" b="0">
                <a:solidFill>
                  <a:srgbClr val="AFBBCB"/>
                </a:solidFill>
                <a:latin typeface="Arial"/>
                <a:ea typeface="Arial"/>
                <a:cs typeface="Arial"/>
              </a:defRPr>
            </a:lvl7pPr>
            <a:lvl8pPr algn="r">
              <a:buNone/>
              <a:defRPr sz="1200" b="0">
                <a:solidFill>
                  <a:srgbClr val="AFBBCB"/>
                </a:solidFill>
                <a:latin typeface="Arial"/>
                <a:ea typeface="Arial"/>
                <a:cs typeface="Arial"/>
              </a:defRPr>
            </a:lvl8pPr>
            <a:lvl9pPr algn="r">
              <a:buNone/>
              <a:defRPr sz="1200" b="0">
                <a:solidFill>
                  <a:srgbClr val="AFBBCB"/>
                </a:solidFill>
                <a:latin typeface="Arial"/>
                <a:ea typeface="Arial"/>
                <a:cs typeface="Arial"/>
              </a:defRPr>
            </a:lvl9pPr>
          </a:lstStyle>
          <a:p>
            <a:pPr algn="r">
              <a:lnSpc>
                <a:spcPct val="108000"/>
              </a:lnSpc>
              <a:buNone/>
              <a:defRPr sz="1200" b="0">
                <a:solidFill>
                  <a:srgbClr val="AFBBCB"/>
                </a:solidFill>
                <a:latin typeface="Arial"/>
                <a:ea typeface="Arial"/>
                <a:cs typeface="Arial"/>
              </a:defRPr>
            </a:pPr>
            <a:r>
              <a:rPr sz="1200" b="0">
                <a:solidFill>
                  <a:srgbClr val="AFBBCB"/>
                </a:solidFill>
                <a:latin typeface="Arial"/>
                <a:ea typeface="Arial"/>
                <a:cs typeface="Arial"/>
              </a:rPr>
              <a:t>06</a:t>
            </a:r>
          </a:p>
        </p:txBody>
      </p:sp>
      <p:sp>
        <p:nvSpPr>
          <p:cNvPr id="4" name="Rectangle 3">
            <a:extLst>
              <a:ext uri="{FF2B5EF4-FFF2-40B4-BE49-F238E27FC236}">
                <a16:creationId xmlns:a16="http://schemas.microsoft.com/office/drawing/2014/main" id="{7B0F3CB8-2E7A-4F65-86A2-710281C4F5AD}"/>
              </a:ext>
            </a:extLst>
          </p:cNvPr>
          <p:cNvSpPr>
            <a:spLocks noGrp="1"/>
          </p:cNvSpPr>
          <p:nvPr/>
        </p:nvSpPr>
        <p:spPr>
          <a:xfrm>
            <a:off x="666750" y="1409700"/>
            <a:ext cx="5619750" cy="371475"/>
          </a:xfrm>
          <a:prstGeom prst="rect">
            <a:avLst/>
          </a:prstGeom>
          <a:noFill/>
          <a:ln w="0">
            <a:noFill/>
            <a:prstDash val="solid"/>
          </a:ln>
        </p:spPr>
        <p:txBody>
          <a:bodyPr wrap="square" lIns="0" tIns="0" rIns="0" bIns="0" anchor="t">
            <a:normAutofit/>
          </a:bodyPr>
          <a:lstStyle>
            <a:defPPr algn="l">
              <a:defRPr sz="1800" b="1">
                <a:solidFill>
                  <a:srgbClr val="AFBBCB"/>
                </a:solidFill>
                <a:latin typeface="Arial"/>
                <a:ea typeface="Arial"/>
                <a:cs typeface="Arial"/>
              </a:defRPr>
            </a:defPPr>
            <a:lvl1pPr algn="l">
              <a:buNone/>
              <a:defRPr sz="1800" b="1">
                <a:solidFill>
                  <a:srgbClr val="AFBBCB"/>
                </a:solidFill>
                <a:latin typeface="Arial"/>
                <a:ea typeface="Arial"/>
                <a:cs typeface="Arial"/>
              </a:defRPr>
            </a:lvl1pPr>
            <a:lvl2pPr algn="l">
              <a:buNone/>
              <a:defRPr sz="1800" b="1">
                <a:solidFill>
                  <a:srgbClr val="AFBBCB"/>
                </a:solidFill>
                <a:latin typeface="Arial"/>
                <a:ea typeface="Arial"/>
                <a:cs typeface="Arial"/>
              </a:defRPr>
            </a:lvl2pPr>
            <a:lvl3pPr algn="l">
              <a:buNone/>
              <a:defRPr sz="1800" b="1">
                <a:solidFill>
                  <a:srgbClr val="AFBBCB"/>
                </a:solidFill>
                <a:latin typeface="Arial"/>
                <a:ea typeface="Arial"/>
                <a:cs typeface="Arial"/>
              </a:defRPr>
            </a:lvl3pPr>
            <a:lvl4pPr algn="l">
              <a:buNone/>
              <a:defRPr sz="1800" b="1">
                <a:solidFill>
                  <a:srgbClr val="AFBBCB"/>
                </a:solidFill>
                <a:latin typeface="Arial"/>
                <a:ea typeface="Arial"/>
                <a:cs typeface="Arial"/>
              </a:defRPr>
            </a:lvl4pPr>
            <a:lvl5pPr algn="l">
              <a:buNone/>
              <a:defRPr sz="1800" b="1">
                <a:solidFill>
                  <a:srgbClr val="AFBBCB"/>
                </a:solidFill>
                <a:latin typeface="Arial"/>
                <a:ea typeface="Arial"/>
                <a:cs typeface="Arial"/>
              </a:defRPr>
            </a:lvl5pPr>
            <a:lvl6pPr algn="l">
              <a:buNone/>
              <a:defRPr sz="1800" b="1">
                <a:solidFill>
                  <a:srgbClr val="AFBBCB"/>
                </a:solidFill>
                <a:latin typeface="Arial"/>
                <a:ea typeface="Arial"/>
                <a:cs typeface="Arial"/>
              </a:defRPr>
            </a:lvl6pPr>
            <a:lvl7pPr algn="l">
              <a:buNone/>
              <a:defRPr sz="1800" b="1">
                <a:solidFill>
                  <a:srgbClr val="AFBBCB"/>
                </a:solidFill>
                <a:latin typeface="Arial"/>
                <a:ea typeface="Arial"/>
                <a:cs typeface="Arial"/>
              </a:defRPr>
            </a:lvl7pPr>
            <a:lvl8pPr algn="l">
              <a:buNone/>
              <a:defRPr sz="1800" b="1">
                <a:solidFill>
                  <a:srgbClr val="AFBBCB"/>
                </a:solidFill>
                <a:latin typeface="Arial"/>
                <a:ea typeface="Arial"/>
                <a:cs typeface="Arial"/>
              </a:defRPr>
            </a:lvl8pPr>
            <a:lvl9pPr algn="l">
              <a:buNone/>
              <a:defRPr sz="1800" b="1">
                <a:solidFill>
                  <a:srgbClr val="AFBBCB"/>
                </a:solidFill>
                <a:latin typeface="Arial"/>
                <a:ea typeface="Arial"/>
                <a:cs typeface="Arial"/>
              </a:defRPr>
            </a:lvl9pPr>
          </a:lstStyle>
          <a:p>
            <a:pPr algn="l">
              <a:lnSpc>
                <a:spcPct val="108000"/>
              </a:lnSpc>
              <a:buNone/>
              <a:defRPr sz="1800" b="1">
                <a:solidFill>
                  <a:srgbClr val="AFBBCB"/>
                </a:solidFill>
                <a:latin typeface="Arial"/>
                <a:ea typeface="Arial"/>
                <a:cs typeface="Arial"/>
              </a:defRPr>
            </a:pPr>
            <a:r>
              <a:rPr sz="1800" b="1">
                <a:solidFill>
                  <a:srgbClr val="AFBBCB"/>
                </a:solidFill>
                <a:latin typeface="Arial"/>
                <a:ea typeface="Arial"/>
                <a:cs typeface="Arial"/>
              </a:rPr>
              <a:t>Late rook endgame at move 35</a:t>
            </a:r>
          </a:p>
        </p:txBody>
      </p:sp>
      <p:sp>
        <p:nvSpPr>
          <p:cNvPr id="5" name="Rectangle 4">
            <a:extLst>
              <a:ext uri="{FF2B5EF4-FFF2-40B4-BE49-F238E27FC236}">
                <a16:creationId xmlns:a16="http://schemas.microsoft.com/office/drawing/2014/main" id="{1CA6E714-3D67-47BB-BD26-19948F40C765}"/>
              </a:ext>
            </a:extLst>
          </p:cNvPr>
          <p:cNvSpPr>
            <a:spLocks noGrp="1"/>
          </p:cNvSpPr>
          <p:nvPr/>
        </p:nvSpPr>
        <p:spPr>
          <a:xfrm>
            <a:off x="666750" y="1866900"/>
            <a:ext cx="5619750" cy="400050"/>
          </a:xfrm>
          <a:prstGeom prst="rect">
            <a:avLst/>
          </a:prstGeom>
          <a:noFill/>
          <a:ln w="0">
            <a:noFill/>
            <a:prstDash val="solid"/>
          </a:ln>
        </p:spPr>
        <p:txBody>
          <a:bodyPr wrap="square" lIns="0" tIns="0" rIns="0" bIns="0" anchor="t">
            <a:normAutofit/>
          </a:bodyPr>
          <a:lstStyle>
            <a:defPPr algn="l">
              <a:defRPr sz="2025" b="1">
                <a:solidFill>
                  <a:srgbClr val="FFC658"/>
                </a:solidFill>
                <a:latin typeface="Arial"/>
                <a:ea typeface="Arial"/>
                <a:cs typeface="Arial"/>
              </a:defRPr>
            </a:defPPr>
            <a:lvl1pPr algn="l">
              <a:buNone/>
              <a:defRPr sz="2025" b="1">
                <a:solidFill>
                  <a:srgbClr val="FFC658"/>
                </a:solidFill>
                <a:latin typeface="Arial"/>
                <a:ea typeface="Arial"/>
                <a:cs typeface="Arial"/>
              </a:defRPr>
            </a:lvl1pPr>
            <a:lvl2pPr algn="l">
              <a:buNone/>
              <a:defRPr sz="2025" b="1">
                <a:solidFill>
                  <a:srgbClr val="FFC658"/>
                </a:solidFill>
                <a:latin typeface="Arial"/>
                <a:ea typeface="Arial"/>
                <a:cs typeface="Arial"/>
              </a:defRPr>
            </a:lvl2pPr>
            <a:lvl3pPr algn="l">
              <a:buNone/>
              <a:defRPr sz="2025" b="1">
                <a:solidFill>
                  <a:srgbClr val="FFC658"/>
                </a:solidFill>
                <a:latin typeface="Arial"/>
                <a:ea typeface="Arial"/>
                <a:cs typeface="Arial"/>
              </a:defRPr>
            </a:lvl3pPr>
            <a:lvl4pPr algn="l">
              <a:buNone/>
              <a:defRPr sz="2025" b="1">
                <a:solidFill>
                  <a:srgbClr val="FFC658"/>
                </a:solidFill>
                <a:latin typeface="Arial"/>
                <a:ea typeface="Arial"/>
                <a:cs typeface="Arial"/>
              </a:defRPr>
            </a:lvl4pPr>
            <a:lvl5pPr algn="l">
              <a:buNone/>
              <a:defRPr sz="2025" b="1">
                <a:solidFill>
                  <a:srgbClr val="FFC658"/>
                </a:solidFill>
                <a:latin typeface="Arial"/>
                <a:ea typeface="Arial"/>
                <a:cs typeface="Arial"/>
              </a:defRPr>
            </a:lvl5pPr>
            <a:lvl6pPr algn="l">
              <a:buNone/>
              <a:defRPr sz="2025" b="1">
                <a:solidFill>
                  <a:srgbClr val="FFC658"/>
                </a:solidFill>
                <a:latin typeface="Arial"/>
                <a:ea typeface="Arial"/>
                <a:cs typeface="Arial"/>
              </a:defRPr>
            </a:lvl6pPr>
            <a:lvl7pPr algn="l">
              <a:buNone/>
              <a:defRPr sz="2025" b="1">
                <a:solidFill>
                  <a:srgbClr val="FFC658"/>
                </a:solidFill>
                <a:latin typeface="Arial"/>
                <a:ea typeface="Arial"/>
                <a:cs typeface="Arial"/>
              </a:defRPr>
            </a:lvl7pPr>
            <a:lvl8pPr algn="l">
              <a:buNone/>
              <a:defRPr sz="2025" b="1">
                <a:solidFill>
                  <a:srgbClr val="FFC658"/>
                </a:solidFill>
                <a:latin typeface="Arial"/>
                <a:ea typeface="Arial"/>
                <a:cs typeface="Arial"/>
              </a:defRPr>
            </a:lvl8pPr>
            <a:lvl9pPr algn="l">
              <a:buNone/>
              <a:defRPr sz="2025" b="1">
                <a:solidFill>
                  <a:srgbClr val="FFC658"/>
                </a:solidFill>
                <a:latin typeface="Arial"/>
                <a:ea typeface="Arial"/>
                <a:cs typeface="Arial"/>
              </a:defRPr>
            </a:lvl9pPr>
          </a:lstStyle>
          <a:p>
            <a:pPr algn="l">
              <a:lnSpc>
                <a:spcPct val="108000"/>
              </a:lnSpc>
              <a:buNone/>
              <a:defRPr sz="2025" b="1">
                <a:solidFill>
                  <a:srgbClr val="FFC658"/>
                </a:solidFill>
                <a:latin typeface="Arial"/>
                <a:ea typeface="Arial"/>
                <a:cs typeface="Arial"/>
              </a:defRPr>
            </a:pPr>
            <a:r>
              <a:rPr sz="2025" b="1">
                <a:solidFill>
                  <a:srgbClr val="FFC658"/>
                </a:solidFill>
                <a:latin typeface="Arial"/>
                <a:ea typeface="Arial"/>
                <a:cs typeface="Arial"/>
              </a:rPr>
              <a:t>Both searches chose h4 at +121 cp</a:t>
            </a:r>
          </a:p>
        </p:txBody>
      </p:sp>
      <p:graphicFrame>
        <p:nvGraphicFramePr>
          <p:cNvPr id="6" name="Chart">
            <a:extLst>
              <a:ext uri="{FF2B5EF4-FFF2-40B4-BE49-F238E27FC236}">
                <a16:creationId xmlns:a16="http://schemas.microsoft.com/office/drawing/2014/main" id="{0F4D1F1A-824A-419A-9D03-B5CDF14BF990}"/>
              </a:ext>
            </a:extLst>
          </p:cNvPr>
          <p:cNvGraphicFramePr/>
          <p:nvPr/>
        </p:nvGraphicFramePr>
        <p:xfrm>
          <a:off x="609600" y="2524125"/>
          <a:ext cx="6191250" cy="2952750"/>
        </p:xfrm>
        <a:graphic>
          <a:graphicData uri="http://schemas.openxmlformats.org/drawingml/2006/chart">
            <c:chart xmlns:c="http://schemas.openxmlformats.org/drawingml/2006/chart" xmlns:r="http://schemas.openxmlformats.org/officeDocument/2006/relationships" r:id="rId3"/>
          </a:graphicData>
        </a:graphic>
      </p:graphicFrame>
      <p:sp>
        <p:nvSpPr>
          <p:cNvPr id="7" name="Rectangle 6">
            <a:extLst>
              <a:ext uri="{FF2B5EF4-FFF2-40B4-BE49-F238E27FC236}">
                <a16:creationId xmlns:a16="http://schemas.microsoft.com/office/drawing/2014/main" id="{A3898FFE-7870-4119-8FA6-BD60C59B62C5}"/>
              </a:ext>
            </a:extLst>
          </p:cNvPr>
          <p:cNvSpPr>
            <a:spLocks noGrp="1"/>
          </p:cNvSpPr>
          <p:nvPr/>
        </p:nvSpPr>
        <p:spPr>
          <a:xfrm>
            <a:off x="7524750" y="2600325"/>
            <a:ext cx="3714750" cy="628650"/>
          </a:xfrm>
          <a:prstGeom prst="rect">
            <a:avLst/>
          </a:prstGeom>
          <a:noFill/>
          <a:ln w="0">
            <a:noFill/>
            <a:prstDash val="solid"/>
          </a:ln>
        </p:spPr>
        <p:txBody>
          <a:bodyPr wrap="square" lIns="0" tIns="0" rIns="0" bIns="0" anchor="t">
            <a:normAutofit/>
          </a:bodyPr>
          <a:lstStyle>
            <a:defPPr algn="l">
              <a:defRPr sz="3525" b="1">
                <a:solidFill>
                  <a:srgbClr val="41CF94"/>
                </a:solidFill>
                <a:latin typeface="Arial"/>
                <a:ea typeface="Arial"/>
                <a:cs typeface="Arial"/>
              </a:defRPr>
            </a:defPPr>
            <a:lvl1pPr algn="l">
              <a:buNone/>
              <a:defRPr sz="3525" b="1">
                <a:solidFill>
                  <a:srgbClr val="41CF94"/>
                </a:solidFill>
                <a:latin typeface="Arial"/>
                <a:ea typeface="Arial"/>
                <a:cs typeface="Arial"/>
              </a:defRPr>
            </a:lvl1pPr>
            <a:lvl2pPr algn="l">
              <a:buNone/>
              <a:defRPr sz="3525" b="1">
                <a:solidFill>
                  <a:srgbClr val="41CF94"/>
                </a:solidFill>
                <a:latin typeface="Arial"/>
                <a:ea typeface="Arial"/>
                <a:cs typeface="Arial"/>
              </a:defRPr>
            </a:lvl2pPr>
            <a:lvl3pPr algn="l">
              <a:buNone/>
              <a:defRPr sz="3525" b="1">
                <a:solidFill>
                  <a:srgbClr val="41CF94"/>
                </a:solidFill>
                <a:latin typeface="Arial"/>
                <a:ea typeface="Arial"/>
                <a:cs typeface="Arial"/>
              </a:defRPr>
            </a:lvl3pPr>
            <a:lvl4pPr algn="l">
              <a:buNone/>
              <a:defRPr sz="3525" b="1">
                <a:solidFill>
                  <a:srgbClr val="41CF94"/>
                </a:solidFill>
                <a:latin typeface="Arial"/>
                <a:ea typeface="Arial"/>
                <a:cs typeface="Arial"/>
              </a:defRPr>
            </a:lvl4pPr>
            <a:lvl5pPr algn="l">
              <a:buNone/>
              <a:defRPr sz="3525" b="1">
                <a:solidFill>
                  <a:srgbClr val="41CF94"/>
                </a:solidFill>
                <a:latin typeface="Arial"/>
                <a:ea typeface="Arial"/>
                <a:cs typeface="Arial"/>
              </a:defRPr>
            </a:lvl5pPr>
            <a:lvl6pPr algn="l">
              <a:buNone/>
              <a:defRPr sz="3525" b="1">
                <a:solidFill>
                  <a:srgbClr val="41CF94"/>
                </a:solidFill>
                <a:latin typeface="Arial"/>
                <a:ea typeface="Arial"/>
                <a:cs typeface="Arial"/>
              </a:defRPr>
            </a:lvl6pPr>
            <a:lvl7pPr algn="l">
              <a:buNone/>
              <a:defRPr sz="3525" b="1">
                <a:solidFill>
                  <a:srgbClr val="41CF94"/>
                </a:solidFill>
                <a:latin typeface="Arial"/>
                <a:ea typeface="Arial"/>
                <a:cs typeface="Arial"/>
              </a:defRPr>
            </a:lvl7pPr>
            <a:lvl8pPr algn="l">
              <a:buNone/>
              <a:defRPr sz="3525" b="1">
                <a:solidFill>
                  <a:srgbClr val="41CF94"/>
                </a:solidFill>
                <a:latin typeface="Arial"/>
                <a:ea typeface="Arial"/>
                <a:cs typeface="Arial"/>
              </a:defRPr>
            </a:lvl8pPr>
            <a:lvl9pPr algn="l">
              <a:buNone/>
              <a:defRPr sz="3525" b="1">
                <a:solidFill>
                  <a:srgbClr val="41CF94"/>
                </a:solidFill>
                <a:latin typeface="Arial"/>
                <a:ea typeface="Arial"/>
                <a:cs typeface="Arial"/>
              </a:defRPr>
            </a:lvl9pPr>
          </a:lstStyle>
          <a:p>
            <a:pPr algn="l">
              <a:lnSpc>
                <a:spcPct val="108000"/>
              </a:lnSpc>
              <a:buNone/>
              <a:defRPr sz="3525" b="1">
                <a:solidFill>
                  <a:srgbClr val="41CF94"/>
                </a:solidFill>
                <a:latin typeface="Arial"/>
                <a:ea typeface="Arial"/>
                <a:cs typeface="Arial"/>
              </a:defRPr>
            </a:pPr>
            <a:r>
              <a:rPr sz="3525" b="1">
                <a:solidFill>
                  <a:srgbClr val="41CF94"/>
                </a:solidFill>
                <a:latin typeface="Arial"/>
                <a:ea typeface="Arial"/>
                <a:cs typeface="Arial"/>
              </a:rPr>
              <a:t>12,247 → 782</a:t>
            </a:r>
          </a:p>
        </p:txBody>
      </p:sp>
      <p:sp>
        <p:nvSpPr>
          <p:cNvPr id="8" name="Rectangle 7">
            <a:extLst>
              <a:ext uri="{FF2B5EF4-FFF2-40B4-BE49-F238E27FC236}">
                <a16:creationId xmlns:a16="http://schemas.microsoft.com/office/drawing/2014/main" id="{EAC63BB4-B178-4FCB-B5D4-7E8310FDD869}"/>
              </a:ext>
            </a:extLst>
          </p:cNvPr>
          <p:cNvSpPr>
            <a:spLocks noGrp="1"/>
          </p:cNvSpPr>
          <p:nvPr/>
        </p:nvSpPr>
        <p:spPr>
          <a:xfrm>
            <a:off x="7562850" y="3238500"/>
            <a:ext cx="3143250" cy="304800"/>
          </a:xfrm>
          <a:prstGeom prst="rect">
            <a:avLst/>
          </a:prstGeom>
          <a:noFill/>
          <a:ln w="0">
            <a:noFill/>
            <a:prstDash val="solid"/>
          </a:ln>
        </p:spPr>
        <p:txBody>
          <a:bodyPr wrap="square" lIns="0" tIns="0" rIns="0" bIns="0" anchor="t">
            <a:normAutofit/>
          </a:bodyPr>
          <a:lstStyle>
            <a:defPPr algn="l">
              <a:defRPr sz="1650" b="0">
                <a:solidFill>
                  <a:srgbClr val="AFBBCB"/>
                </a:solidFill>
                <a:latin typeface="Arial"/>
                <a:ea typeface="Arial"/>
                <a:cs typeface="Arial"/>
              </a:defRPr>
            </a:defPPr>
            <a:lvl1pPr algn="l">
              <a:buNone/>
              <a:defRPr sz="1650" b="0">
                <a:solidFill>
                  <a:srgbClr val="AFBBCB"/>
                </a:solidFill>
                <a:latin typeface="Arial"/>
                <a:ea typeface="Arial"/>
                <a:cs typeface="Arial"/>
              </a:defRPr>
            </a:lvl1pPr>
            <a:lvl2pPr algn="l">
              <a:buNone/>
              <a:defRPr sz="1650" b="0">
                <a:solidFill>
                  <a:srgbClr val="AFBBCB"/>
                </a:solidFill>
                <a:latin typeface="Arial"/>
                <a:ea typeface="Arial"/>
                <a:cs typeface="Arial"/>
              </a:defRPr>
            </a:lvl2pPr>
            <a:lvl3pPr algn="l">
              <a:buNone/>
              <a:defRPr sz="1650" b="0">
                <a:solidFill>
                  <a:srgbClr val="AFBBCB"/>
                </a:solidFill>
                <a:latin typeface="Arial"/>
                <a:ea typeface="Arial"/>
                <a:cs typeface="Arial"/>
              </a:defRPr>
            </a:lvl3pPr>
            <a:lvl4pPr algn="l">
              <a:buNone/>
              <a:defRPr sz="1650" b="0">
                <a:solidFill>
                  <a:srgbClr val="AFBBCB"/>
                </a:solidFill>
                <a:latin typeface="Arial"/>
                <a:ea typeface="Arial"/>
                <a:cs typeface="Arial"/>
              </a:defRPr>
            </a:lvl4pPr>
            <a:lvl5pPr algn="l">
              <a:buNone/>
              <a:defRPr sz="1650" b="0">
                <a:solidFill>
                  <a:srgbClr val="AFBBCB"/>
                </a:solidFill>
                <a:latin typeface="Arial"/>
                <a:ea typeface="Arial"/>
                <a:cs typeface="Arial"/>
              </a:defRPr>
            </a:lvl5pPr>
            <a:lvl6pPr algn="l">
              <a:buNone/>
              <a:defRPr sz="1650" b="0">
                <a:solidFill>
                  <a:srgbClr val="AFBBCB"/>
                </a:solidFill>
                <a:latin typeface="Arial"/>
                <a:ea typeface="Arial"/>
                <a:cs typeface="Arial"/>
              </a:defRPr>
            </a:lvl6pPr>
            <a:lvl7pPr algn="l">
              <a:buNone/>
              <a:defRPr sz="1650" b="0">
                <a:solidFill>
                  <a:srgbClr val="AFBBCB"/>
                </a:solidFill>
                <a:latin typeface="Arial"/>
                <a:ea typeface="Arial"/>
                <a:cs typeface="Arial"/>
              </a:defRPr>
            </a:lvl7pPr>
            <a:lvl8pPr algn="l">
              <a:buNone/>
              <a:defRPr sz="1650" b="0">
                <a:solidFill>
                  <a:srgbClr val="AFBBCB"/>
                </a:solidFill>
                <a:latin typeface="Arial"/>
                <a:ea typeface="Arial"/>
                <a:cs typeface="Arial"/>
              </a:defRPr>
            </a:lvl8pPr>
            <a:lvl9pPr algn="l">
              <a:buNone/>
              <a:defRPr sz="1650" b="0">
                <a:solidFill>
                  <a:srgbClr val="AFBBCB"/>
                </a:solidFill>
                <a:latin typeface="Arial"/>
                <a:ea typeface="Arial"/>
                <a:cs typeface="Arial"/>
              </a:defRPr>
            </a:lvl9pPr>
          </a:lstStyle>
          <a:p>
            <a:pPr algn="l">
              <a:lnSpc>
                <a:spcPct val="108000"/>
              </a:lnSpc>
              <a:buNone/>
              <a:defRPr sz="1650" b="0">
                <a:solidFill>
                  <a:srgbClr val="AFBBCB"/>
                </a:solidFill>
                <a:latin typeface="Arial"/>
                <a:ea typeface="Arial"/>
                <a:cs typeface="Arial"/>
              </a:defRPr>
            </a:pPr>
            <a:r>
              <a:rPr sz="1650" b="0">
                <a:solidFill>
                  <a:srgbClr val="AFBBCB"/>
                </a:solidFill>
                <a:latin typeface="Arial"/>
                <a:ea typeface="Arial"/>
                <a:cs typeface="Arial"/>
              </a:rPr>
              <a:t>leaf evaluations</a:t>
            </a:r>
          </a:p>
        </p:txBody>
      </p:sp>
      <p:sp>
        <p:nvSpPr>
          <p:cNvPr id="9" name="Rectangle 8">
            <a:extLst>
              <a:ext uri="{FF2B5EF4-FFF2-40B4-BE49-F238E27FC236}">
                <a16:creationId xmlns:a16="http://schemas.microsoft.com/office/drawing/2014/main" id="{07844146-AA32-4B0D-B043-EB5B1FD52AEA}"/>
              </a:ext>
            </a:extLst>
          </p:cNvPr>
          <p:cNvSpPr>
            <a:spLocks noGrp="1"/>
          </p:cNvSpPr>
          <p:nvPr/>
        </p:nvSpPr>
        <p:spPr>
          <a:xfrm>
            <a:off x="7562850" y="3943350"/>
            <a:ext cx="3714750" cy="400050"/>
          </a:xfrm>
          <a:prstGeom prst="rect">
            <a:avLst/>
          </a:prstGeom>
          <a:noFill/>
          <a:ln w="0">
            <a:noFill/>
            <a:prstDash val="solid"/>
          </a:ln>
        </p:spPr>
        <p:txBody>
          <a:bodyPr wrap="square" lIns="0" tIns="0" rIns="0" bIns="0" anchor="t">
            <a:normAutofit/>
          </a:bodyPr>
          <a:lstStyle>
            <a:defPPr algn="l">
              <a:defRPr sz="1875" b="1">
                <a:solidFill>
                  <a:srgbClr val="EF5B6F"/>
                </a:solidFill>
                <a:latin typeface="Arial"/>
                <a:ea typeface="Arial"/>
                <a:cs typeface="Arial"/>
              </a:defRPr>
            </a:defPPr>
            <a:lvl1pPr algn="l">
              <a:buNone/>
              <a:defRPr sz="1875" b="1">
                <a:solidFill>
                  <a:srgbClr val="EF5B6F"/>
                </a:solidFill>
                <a:latin typeface="Arial"/>
                <a:ea typeface="Arial"/>
                <a:cs typeface="Arial"/>
              </a:defRPr>
            </a:lvl1pPr>
            <a:lvl2pPr algn="l">
              <a:buNone/>
              <a:defRPr sz="1875" b="1">
                <a:solidFill>
                  <a:srgbClr val="EF5B6F"/>
                </a:solidFill>
                <a:latin typeface="Arial"/>
                <a:ea typeface="Arial"/>
                <a:cs typeface="Arial"/>
              </a:defRPr>
            </a:lvl2pPr>
            <a:lvl3pPr algn="l">
              <a:buNone/>
              <a:defRPr sz="1875" b="1">
                <a:solidFill>
                  <a:srgbClr val="EF5B6F"/>
                </a:solidFill>
                <a:latin typeface="Arial"/>
                <a:ea typeface="Arial"/>
                <a:cs typeface="Arial"/>
              </a:defRPr>
            </a:lvl3pPr>
            <a:lvl4pPr algn="l">
              <a:buNone/>
              <a:defRPr sz="1875" b="1">
                <a:solidFill>
                  <a:srgbClr val="EF5B6F"/>
                </a:solidFill>
                <a:latin typeface="Arial"/>
                <a:ea typeface="Arial"/>
                <a:cs typeface="Arial"/>
              </a:defRPr>
            </a:lvl4pPr>
            <a:lvl5pPr algn="l">
              <a:buNone/>
              <a:defRPr sz="1875" b="1">
                <a:solidFill>
                  <a:srgbClr val="EF5B6F"/>
                </a:solidFill>
                <a:latin typeface="Arial"/>
                <a:ea typeface="Arial"/>
                <a:cs typeface="Arial"/>
              </a:defRPr>
            </a:lvl5pPr>
            <a:lvl6pPr algn="l">
              <a:buNone/>
              <a:defRPr sz="1875" b="1">
                <a:solidFill>
                  <a:srgbClr val="EF5B6F"/>
                </a:solidFill>
                <a:latin typeface="Arial"/>
                <a:ea typeface="Arial"/>
                <a:cs typeface="Arial"/>
              </a:defRPr>
            </a:lvl6pPr>
            <a:lvl7pPr algn="l">
              <a:buNone/>
              <a:defRPr sz="1875" b="1">
                <a:solidFill>
                  <a:srgbClr val="EF5B6F"/>
                </a:solidFill>
                <a:latin typeface="Arial"/>
                <a:ea typeface="Arial"/>
                <a:cs typeface="Arial"/>
              </a:defRPr>
            </a:lvl7pPr>
            <a:lvl8pPr algn="l">
              <a:buNone/>
              <a:defRPr sz="1875" b="1">
                <a:solidFill>
                  <a:srgbClr val="EF5B6F"/>
                </a:solidFill>
                <a:latin typeface="Arial"/>
                <a:ea typeface="Arial"/>
                <a:cs typeface="Arial"/>
              </a:defRPr>
            </a:lvl8pPr>
            <a:lvl9pPr algn="l">
              <a:buNone/>
              <a:defRPr sz="1875" b="1">
                <a:solidFill>
                  <a:srgbClr val="EF5B6F"/>
                </a:solidFill>
                <a:latin typeface="Arial"/>
                <a:ea typeface="Arial"/>
                <a:cs typeface="Arial"/>
              </a:defRPr>
            </a:lvl9pPr>
          </a:lstStyle>
          <a:p>
            <a:pPr algn="l">
              <a:lnSpc>
                <a:spcPct val="108000"/>
              </a:lnSpc>
              <a:buNone/>
              <a:defRPr sz="1875" b="1">
                <a:solidFill>
                  <a:srgbClr val="EF5B6F"/>
                </a:solidFill>
                <a:latin typeface="Arial"/>
                <a:ea typeface="Arial"/>
                <a:cs typeface="Arial"/>
              </a:defRPr>
            </a:pPr>
            <a:r>
              <a:rPr sz="1875" b="1">
                <a:solidFill>
                  <a:srgbClr val="EF5B6F"/>
                </a:solidFill>
                <a:latin typeface="Arial"/>
                <a:ea typeface="Arial"/>
                <a:cs typeface="Arial"/>
              </a:rPr>
              <a:t>1,738 legal moves skipped</a:t>
            </a:r>
          </a:p>
        </p:txBody>
      </p:sp>
      <p:sp>
        <p:nvSpPr>
          <p:cNvPr id="10" name="Rectangle 9">
            <a:extLst>
              <a:ext uri="{FF2B5EF4-FFF2-40B4-BE49-F238E27FC236}">
                <a16:creationId xmlns:a16="http://schemas.microsoft.com/office/drawing/2014/main" id="{7E0923E8-69CD-45C6-B76E-D4D5F1A32412}"/>
              </a:ext>
            </a:extLst>
          </p:cNvPr>
          <p:cNvSpPr>
            <a:spLocks noGrp="1"/>
          </p:cNvSpPr>
          <p:nvPr/>
        </p:nvSpPr>
        <p:spPr>
          <a:xfrm>
            <a:off x="7562850" y="4667250"/>
            <a:ext cx="3714750" cy="400050"/>
          </a:xfrm>
          <a:prstGeom prst="rect">
            <a:avLst/>
          </a:prstGeom>
          <a:noFill/>
          <a:ln w="0">
            <a:noFill/>
            <a:prstDash val="solid"/>
          </a:ln>
        </p:spPr>
        <p:txBody>
          <a:bodyPr wrap="square" lIns="0" tIns="0" rIns="0" bIns="0" anchor="t">
            <a:normAutofit/>
          </a:bodyPr>
          <a:lstStyle>
            <a:defPPr algn="l">
              <a:defRPr sz="1800" b="1">
                <a:solidFill>
                  <a:srgbClr val="AE8BFF"/>
                </a:solidFill>
                <a:latin typeface="Arial"/>
                <a:ea typeface="Arial"/>
                <a:cs typeface="Arial"/>
              </a:defRPr>
            </a:defPPr>
            <a:lvl1pPr algn="l">
              <a:buNone/>
              <a:defRPr sz="1800" b="1">
                <a:solidFill>
                  <a:srgbClr val="AE8BFF"/>
                </a:solidFill>
                <a:latin typeface="Arial"/>
                <a:ea typeface="Arial"/>
                <a:cs typeface="Arial"/>
              </a:defRPr>
            </a:lvl1pPr>
            <a:lvl2pPr algn="l">
              <a:buNone/>
              <a:defRPr sz="1800" b="1">
                <a:solidFill>
                  <a:srgbClr val="AE8BFF"/>
                </a:solidFill>
                <a:latin typeface="Arial"/>
                <a:ea typeface="Arial"/>
                <a:cs typeface="Arial"/>
              </a:defRPr>
            </a:lvl2pPr>
            <a:lvl3pPr algn="l">
              <a:buNone/>
              <a:defRPr sz="1800" b="1">
                <a:solidFill>
                  <a:srgbClr val="AE8BFF"/>
                </a:solidFill>
                <a:latin typeface="Arial"/>
                <a:ea typeface="Arial"/>
                <a:cs typeface="Arial"/>
              </a:defRPr>
            </a:lvl3pPr>
            <a:lvl4pPr algn="l">
              <a:buNone/>
              <a:defRPr sz="1800" b="1">
                <a:solidFill>
                  <a:srgbClr val="AE8BFF"/>
                </a:solidFill>
                <a:latin typeface="Arial"/>
                <a:ea typeface="Arial"/>
                <a:cs typeface="Arial"/>
              </a:defRPr>
            </a:lvl4pPr>
            <a:lvl5pPr algn="l">
              <a:buNone/>
              <a:defRPr sz="1800" b="1">
                <a:solidFill>
                  <a:srgbClr val="AE8BFF"/>
                </a:solidFill>
                <a:latin typeface="Arial"/>
                <a:ea typeface="Arial"/>
                <a:cs typeface="Arial"/>
              </a:defRPr>
            </a:lvl5pPr>
            <a:lvl6pPr algn="l">
              <a:buNone/>
              <a:defRPr sz="1800" b="1">
                <a:solidFill>
                  <a:srgbClr val="AE8BFF"/>
                </a:solidFill>
                <a:latin typeface="Arial"/>
                <a:ea typeface="Arial"/>
                <a:cs typeface="Arial"/>
              </a:defRPr>
            </a:lvl6pPr>
            <a:lvl7pPr algn="l">
              <a:buNone/>
              <a:defRPr sz="1800" b="1">
                <a:solidFill>
                  <a:srgbClr val="AE8BFF"/>
                </a:solidFill>
                <a:latin typeface="Arial"/>
                <a:ea typeface="Arial"/>
                <a:cs typeface="Arial"/>
              </a:defRPr>
            </a:lvl7pPr>
            <a:lvl8pPr algn="l">
              <a:buNone/>
              <a:defRPr sz="1800" b="1">
                <a:solidFill>
                  <a:srgbClr val="AE8BFF"/>
                </a:solidFill>
                <a:latin typeface="Arial"/>
                <a:ea typeface="Arial"/>
                <a:cs typeface="Arial"/>
              </a:defRPr>
            </a:lvl8pPr>
            <a:lvl9pPr algn="l">
              <a:buNone/>
              <a:defRPr sz="1800" b="1">
                <a:solidFill>
                  <a:srgbClr val="AE8BFF"/>
                </a:solidFill>
                <a:latin typeface="Arial"/>
                <a:ea typeface="Arial"/>
                <a:cs typeface="Arial"/>
              </a:defRPr>
            </a:lvl9pPr>
          </a:lstStyle>
          <a:p>
            <a:pPr algn="l">
              <a:lnSpc>
                <a:spcPct val="108000"/>
              </a:lnSpc>
              <a:buNone/>
              <a:defRPr sz="1800" b="1">
                <a:solidFill>
                  <a:srgbClr val="AE8BFF"/>
                </a:solidFill>
                <a:latin typeface="Arial"/>
                <a:ea typeface="Arial"/>
                <a:cs typeface="Arial"/>
              </a:defRPr>
            </a:pPr>
            <a:r>
              <a:rPr sz="1800" b="1">
                <a:solidFill>
                  <a:srgbClr val="AE8BFF"/>
                </a:solidFill>
                <a:latin typeface="Arial"/>
                <a:ea typeface="Arial"/>
                <a:cs typeface="Arial"/>
              </a:rPr>
              <a:t>4.471 s vs 0.377 s</a:t>
            </a:r>
          </a:p>
        </p:txBody>
      </p:sp>
      <p:sp>
        <p:nvSpPr>
          <p:cNvPr id="11" name="Rectangle 10">
            <a:extLst>
              <a:ext uri="{FF2B5EF4-FFF2-40B4-BE49-F238E27FC236}">
                <a16:creationId xmlns:a16="http://schemas.microsoft.com/office/drawing/2014/main" id="{AE14A26B-7EF0-40B3-A30F-6199F006A7BB}"/>
              </a:ext>
            </a:extLst>
          </p:cNvPr>
          <p:cNvSpPr>
            <a:spLocks noGrp="1"/>
          </p:cNvSpPr>
          <p:nvPr/>
        </p:nvSpPr>
        <p:spPr>
          <a:xfrm>
            <a:off x="7562850" y="5219700"/>
            <a:ext cx="3714750" cy="533400"/>
          </a:xfrm>
          <a:prstGeom prst="rect">
            <a:avLst/>
          </a:prstGeom>
          <a:noFill/>
          <a:ln w="0">
            <a:noFill/>
            <a:prstDash val="solid"/>
          </a:ln>
        </p:spPr>
        <p:txBody>
          <a:bodyPr wrap="square" lIns="0" tIns="0" rIns="0" bIns="0" anchor="t">
            <a:normAutofit/>
          </a:bodyPr>
          <a:lstStyle>
            <a:defPPr algn="l">
              <a:defRPr sz="1500" b="0">
                <a:solidFill>
                  <a:srgbClr val="AFBBCB"/>
                </a:solidFill>
                <a:latin typeface="Arial"/>
                <a:ea typeface="Arial"/>
                <a:cs typeface="Arial"/>
              </a:defRPr>
            </a:defPPr>
            <a:lvl1pPr algn="l">
              <a:buNone/>
              <a:defRPr sz="1500" b="0">
                <a:solidFill>
                  <a:srgbClr val="AFBBCB"/>
                </a:solidFill>
                <a:latin typeface="Arial"/>
                <a:ea typeface="Arial"/>
                <a:cs typeface="Arial"/>
              </a:defRPr>
            </a:lvl1pPr>
            <a:lvl2pPr algn="l">
              <a:buNone/>
              <a:defRPr sz="1500" b="0">
                <a:solidFill>
                  <a:srgbClr val="AFBBCB"/>
                </a:solidFill>
                <a:latin typeface="Arial"/>
                <a:ea typeface="Arial"/>
                <a:cs typeface="Arial"/>
              </a:defRPr>
            </a:lvl2pPr>
            <a:lvl3pPr algn="l">
              <a:buNone/>
              <a:defRPr sz="1500" b="0">
                <a:solidFill>
                  <a:srgbClr val="AFBBCB"/>
                </a:solidFill>
                <a:latin typeface="Arial"/>
                <a:ea typeface="Arial"/>
                <a:cs typeface="Arial"/>
              </a:defRPr>
            </a:lvl3pPr>
            <a:lvl4pPr algn="l">
              <a:buNone/>
              <a:defRPr sz="1500" b="0">
                <a:solidFill>
                  <a:srgbClr val="AFBBCB"/>
                </a:solidFill>
                <a:latin typeface="Arial"/>
                <a:ea typeface="Arial"/>
                <a:cs typeface="Arial"/>
              </a:defRPr>
            </a:lvl4pPr>
            <a:lvl5pPr algn="l">
              <a:buNone/>
              <a:defRPr sz="1500" b="0">
                <a:solidFill>
                  <a:srgbClr val="AFBBCB"/>
                </a:solidFill>
                <a:latin typeface="Arial"/>
                <a:ea typeface="Arial"/>
                <a:cs typeface="Arial"/>
              </a:defRPr>
            </a:lvl5pPr>
            <a:lvl6pPr algn="l">
              <a:buNone/>
              <a:defRPr sz="1500" b="0">
                <a:solidFill>
                  <a:srgbClr val="AFBBCB"/>
                </a:solidFill>
                <a:latin typeface="Arial"/>
                <a:ea typeface="Arial"/>
                <a:cs typeface="Arial"/>
              </a:defRPr>
            </a:lvl6pPr>
            <a:lvl7pPr algn="l">
              <a:buNone/>
              <a:defRPr sz="1500" b="0">
                <a:solidFill>
                  <a:srgbClr val="AFBBCB"/>
                </a:solidFill>
                <a:latin typeface="Arial"/>
                <a:ea typeface="Arial"/>
                <a:cs typeface="Arial"/>
              </a:defRPr>
            </a:lvl7pPr>
            <a:lvl8pPr algn="l">
              <a:buNone/>
              <a:defRPr sz="1500" b="0">
                <a:solidFill>
                  <a:srgbClr val="AFBBCB"/>
                </a:solidFill>
                <a:latin typeface="Arial"/>
                <a:ea typeface="Arial"/>
                <a:cs typeface="Arial"/>
              </a:defRPr>
            </a:lvl8pPr>
            <a:lvl9pPr algn="l">
              <a:buNone/>
              <a:defRPr sz="1500" b="0">
                <a:solidFill>
                  <a:srgbClr val="AFBBCB"/>
                </a:solidFill>
                <a:latin typeface="Arial"/>
                <a:ea typeface="Arial"/>
                <a:cs typeface="Arial"/>
              </a:defRPr>
            </a:lvl9pPr>
          </a:lstStyle>
          <a:p>
            <a:pPr algn="l">
              <a:lnSpc>
                <a:spcPct val="108000"/>
              </a:lnSpc>
              <a:buNone/>
              <a:defRPr sz="1500" b="0">
                <a:solidFill>
                  <a:srgbClr val="AFBBCB"/>
                </a:solidFill>
                <a:latin typeface="Arial"/>
                <a:ea typeface="Arial"/>
                <a:cs typeface="Arial"/>
              </a:defRPr>
            </a:pPr>
            <a:r>
              <a:rPr sz="1500" b="0">
                <a:solidFill>
                  <a:srgbClr val="AFBBCB"/>
                </a:solidFill>
                <a:latin typeface="Arial"/>
                <a:ea typeface="Arial"/>
                <a:cs typeface="Arial"/>
              </a:rPr>
              <a:t>Same score and move. Timings vary by machine.</a:t>
            </a:r>
          </a:p>
        </p:txBody>
      </p:sp>
      <p:sp>
        <p:nvSpPr>
          <p:cNvPr id="12" name="Rectangle 11">
            <a:extLst>
              <a:ext uri="{FF2B5EF4-FFF2-40B4-BE49-F238E27FC236}">
                <a16:creationId xmlns:a16="http://schemas.microsoft.com/office/drawing/2014/main" id="{92F7361C-FE69-4273-BACB-DBCDBA943FB9}"/>
              </a:ext>
            </a:extLst>
          </p:cNvPr>
          <p:cNvSpPr>
            <a:spLocks noGrp="1"/>
          </p:cNvSpPr>
          <p:nvPr/>
        </p:nvSpPr>
        <p:spPr>
          <a:xfrm>
            <a:off x="666750" y="5953125"/>
            <a:ext cx="8572500" cy="266700"/>
          </a:xfrm>
          <a:prstGeom prst="rect">
            <a:avLst/>
          </a:prstGeom>
          <a:noFill/>
          <a:ln w="0">
            <a:noFill/>
            <a:prstDash val="solid"/>
          </a:ln>
        </p:spPr>
        <p:txBody>
          <a:bodyPr wrap="square" lIns="0" tIns="0" rIns="0" bIns="0" anchor="t">
            <a:normAutofit/>
          </a:bodyPr>
          <a:lstStyle>
            <a:defPPr algn="l">
              <a:defRPr sz="1275" b="0">
                <a:solidFill>
                  <a:srgbClr val="AFBBCB"/>
                </a:solidFill>
                <a:latin typeface="Arial"/>
                <a:ea typeface="Arial"/>
                <a:cs typeface="Arial"/>
              </a:defRPr>
            </a:defPPr>
            <a:lvl1pPr algn="l">
              <a:buNone/>
              <a:defRPr sz="1275" b="0">
                <a:solidFill>
                  <a:srgbClr val="AFBBCB"/>
                </a:solidFill>
                <a:latin typeface="Arial"/>
                <a:ea typeface="Arial"/>
                <a:cs typeface="Arial"/>
              </a:defRPr>
            </a:lvl1pPr>
            <a:lvl2pPr algn="l">
              <a:buNone/>
              <a:defRPr sz="1275" b="0">
                <a:solidFill>
                  <a:srgbClr val="AFBBCB"/>
                </a:solidFill>
                <a:latin typeface="Arial"/>
                <a:ea typeface="Arial"/>
                <a:cs typeface="Arial"/>
              </a:defRPr>
            </a:lvl2pPr>
            <a:lvl3pPr algn="l">
              <a:buNone/>
              <a:defRPr sz="1275" b="0">
                <a:solidFill>
                  <a:srgbClr val="AFBBCB"/>
                </a:solidFill>
                <a:latin typeface="Arial"/>
                <a:ea typeface="Arial"/>
                <a:cs typeface="Arial"/>
              </a:defRPr>
            </a:lvl3pPr>
            <a:lvl4pPr algn="l">
              <a:buNone/>
              <a:defRPr sz="1275" b="0">
                <a:solidFill>
                  <a:srgbClr val="AFBBCB"/>
                </a:solidFill>
                <a:latin typeface="Arial"/>
                <a:ea typeface="Arial"/>
                <a:cs typeface="Arial"/>
              </a:defRPr>
            </a:lvl4pPr>
            <a:lvl5pPr algn="l">
              <a:buNone/>
              <a:defRPr sz="1275" b="0">
                <a:solidFill>
                  <a:srgbClr val="AFBBCB"/>
                </a:solidFill>
                <a:latin typeface="Arial"/>
                <a:ea typeface="Arial"/>
                <a:cs typeface="Arial"/>
              </a:defRPr>
            </a:lvl5pPr>
            <a:lvl6pPr algn="l">
              <a:buNone/>
              <a:defRPr sz="1275" b="0">
                <a:solidFill>
                  <a:srgbClr val="AFBBCB"/>
                </a:solidFill>
                <a:latin typeface="Arial"/>
                <a:ea typeface="Arial"/>
                <a:cs typeface="Arial"/>
              </a:defRPr>
            </a:lvl6pPr>
            <a:lvl7pPr algn="l">
              <a:buNone/>
              <a:defRPr sz="1275" b="0">
                <a:solidFill>
                  <a:srgbClr val="AFBBCB"/>
                </a:solidFill>
                <a:latin typeface="Arial"/>
                <a:ea typeface="Arial"/>
                <a:cs typeface="Arial"/>
              </a:defRPr>
            </a:lvl7pPr>
            <a:lvl8pPr algn="l">
              <a:buNone/>
              <a:defRPr sz="1275" b="0">
                <a:solidFill>
                  <a:srgbClr val="AFBBCB"/>
                </a:solidFill>
                <a:latin typeface="Arial"/>
                <a:ea typeface="Arial"/>
                <a:cs typeface="Arial"/>
              </a:defRPr>
            </a:lvl8pPr>
            <a:lvl9pPr algn="l">
              <a:buNone/>
              <a:defRPr sz="1275" b="0">
                <a:solidFill>
                  <a:srgbClr val="AFBBCB"/>
                </a:solidFill>
                <a:latin typeface="Arial"/>
                <a:ea typeface="Arial"/>
                <a:cs typeface="Arial"/>
              </a:defRPr>
            </a:lvl9pPr>
          </a:lstStyle>
          <a:p>
            <a:pPr algn="l">
              <a:lnSpc>
                <a:spcPct val="108000"/>
              </a:lnSpc>
              <a:buNone/>
              <a:defRPr sz="1275" b="0">
                <a:solidFill>
                  <a:srgbClr val="AFBBCB"/>
                </a:solidFill>
                <a:latin typeface="Arial"/>
                <a:ea typeface="Arial"/>
                <a:cs typeface="Arial"/>
              </a:defRPr>
            </a:pPr>
            <a:r>
              <a:rPr sz="1275" b="0">
                <a:solidFill>
                  <a:srgbClr val="AFBBCB"/>
                </a:solidFill>
                <a:latin typeface="Arial"/>
                <a:ea typeface="Arial"/>
                <a:cs typeface="Arial"/>
              </a:rPr>
              <a:t>Single run • depth 3 • nine-piece preset • White to move</a:t>
            </a:r>
          </a:p>
        </p:txBody>
      </p:sp>
    </p:spTree>
    <p:extLst>
      <p:ext uri="{BB962C8B-B14F-4D97-AF65-F5344CB8AC3E}">
        <p14:creationId xmlns:p14="http://schemas.microsoft.com/office/powerpoint/2010/main" val="18538574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131D"/>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9F5370E-0E26-4874-AA5B-20C71E13A975}"/>
              </a:ext>
            </a:extLst>
          </p:cNvPr>
          <p:cNvSpPr>
            <a:spLocks noGrp="1"/>
          </p:cNvSpPr>
          <p:nvPr/>
        </p:nvSpPr>
        <p:spPr>
          <a:xfrm>
            <a:off x="609600" y="400050"/>
            <a:ext cx="10810875" cy="647700"/>
          </a:xfrm>
          <a:prstGeom prst="rect">
            <a:avLst/>
          </a:prstGeom>
          <a:noFill/>
          <a:ln w="0">
            <a:noFill/>
            <a:prstDash val="solid"/>
          </a:ln>
        </p:spPr>
        <p:txBody>
          <a:bodyPr wrap="square" lIns="0" tIns="0" rIns="0" bIns="0" anchor="t">
            <a:normAutofit/>
          </a:bodyPr>
          <a:lstStyle>
            <a:defPPr algn="l">
              <a:defRPr sz="3450" b="1">
                <a:solidFill>
                  <a:srgbClr val="F0F4FA"/>
                </a:solidFill>
                <a:latin typeface="Arial"/>
                <a:ea typeface="Arial"/>
                <a:cs typeface="Arial"/>
              </a:defRPr>
            </a:defPPr>
            <a:lvl1pPr algn="l">
              <a:buNone/>
              <a:defRPr sz="3450" b="1">
                <a:solidFill>
                  <a:srgbClr val="F0F4FA"/>
                </a:solidFill>
                <a:latin typeface="Arial"/>
                <a:ea typeface="Arial"/>
                <a:cs typeface="Arial"/>
              </a:defRPr>
            </a:lvl1pPr>
            <a:lvl2pPr algn="l">
              <a:buNone/>
              <a:defRPr sz="3450" b="1">
                <a:solidFill>
                  <a:srgbClr val="F0F4FA"/>
                </a:solidFill>
                <a:latin typeface="Arial"/>
                <a:ea typeface="Arial"/>
                <a:cs typeface="Arial"/>
              </a:defRPr>
            </a:lvl2pPr>
            <a:lvl3pPr algn="l">
              <a:buNone/>
              <a:defRPr sz="3450" b="1">
                <a:solidFill>
                  <a:srgbClr val="F0F4FA"/>
                </a:solidFill>
                <a:latin typeface="Arial"/>
                <a:ea typeface="Arial"/>
                <a:cs typeface="Arial"/>
              </a:defRPr>
            </a:lvl3pPr>
            <a:lvl4pPr algn="l">
              <a:buNone/>
              <a:defRPr sz="3450" b="1">
                <a:solidFill>
                  <a:srgbClr val="F0F4FA"/>
                </a:solidFill>
                <a:latin typeface="Arial"/>
                <a:ea typeface="Arial"/>
                <a:cs typeface="Arial"/>
              </a:defRPr>
            </a:lvl4pPr>
            <a:lvl5pPr algn="l">
              <a:buNone/>
              <a:defRPr sz="3450" b="1">
                <a:solidFill>
                  <a:srgbClr val="F0F4FA"/>
                </a:solidFill>
                <a:latin typeface="Arial"/>
                <a:ea typeface="Arial"/>
                <a:cs typeface="Arial"/>
              </a:defRPr>
            </a:lvl5pPr>
            <a:lvl6pPr algn="l">
              <a:buNone/>
              <a:defRPr sz="3450" b="1">
                <a:solidFill>
                  <a:srgbClr val="F0F4FA"/>
                </a:solidFill>
                <a:latin typeface="Arial"/>
                <a:ea typeface="Arial"/>
                <a:cs typeface="Arial"/>
              </a:defRPr>
            </a:lvl6pPr>
            <a:lvl7pPr algn="l">
              <a:buNone/>
              <a:defRPr sz="3450" b="1">
                <a:solidFill>
                  <a:srgbClr val="F0F4FA"/>
                </a:solidFill>
                <a:latin typeface="Arial"/>
                <a:ea typeface="Arial"/>
                <a:cs typeface="Arial"/>
              </a:defRPr>
            </a:lvl7pPr>
            <a:lvl8pPr algn="l">
              <a:buNone/>
              <a:defRPr sz="3450" b="1">
                <a:solidFill>
                  <a:srgbClr val="F0F4FA"/>
                </a:solidFill>
                <a:latin typeface="Arial"/>
                <a:ea typeface="Arial"/>
                <a:cs typeface="Arial"/>
              </a:defRPr>
            </a:lvl8pPr>
            <a:lvl9pPr algn="l">
              <a:buNone/>
              <a:defRPr sz="3450" b="1">
                <a:solidFill>
                  <a:srgbClr val="F0F4FA"/>
                </a:solidFill>
                <a:latin typeface="Arial"/>
                <a:ea typeface="Arial"/>
                <a:cs typeface="Arial"/>
              </a:defRPr>
            </a:lvl9pPr>
          </a:lstStyle>
          <a:p>
            <a:pPr algn="l">
              <a:lnSpc>
                <a:spcPct val="108000"/>
              </a:lnSpc>
              <a:buNone/>
              <a:defRPr sz="3450" b="1">
                <a:solidFill>
                  <a:srgbClr val="F0F4FA"/>
                </a:solidFill>
                <a:latin typeface="Arial"/>
                <a:ea typeface="Arial"/>
                <a:cs typeface="Arial"/>
              </a:defRPr>
            </a:pPr>
            <a:r>
              <a:rPr sz="3450" b="1">
                <a:solidFill>
                  <a:srgbClr val="F0F4FA"/>
                </a:solidFill>
                <a:latin typeface="Arial"/>
                <a:ea typeface="Arial"/>
                <a:cs typeface="Arial"/>
              </a:rPr>
              <a:t>Both search paths run side by side</a:t>
            </a:r>
          </a:p>
        </p:txBody>
      </p:sp>
      <p:sp>
        <p:nvSpPr>
          <p:cNvPr id="2" name="Rectangle 1">
            <a:extLst>
              <a:ext uri="{FF2B5EF4-FFF2-40B4-BE49-F238E27FC236}">
                <a16:creationId xmlns:a16="http://schemas.microsoft.com/office/drawing/2014/main" id="{9C29E977-0768-4F9C-ADAE-8C887EF2EAA6}"/>
              </a:ext>
            </a:extLst>
          </p:cNvPr>
          <p:cNvSpPr>
            <a:spLocks noGrp="1"/>
          </p:cNvSpPr>
          <p:nvPr/>
        </p:nvSpPr>
        <p:spPr>
          <a:xfrm>
            <a:off x="609600" y="1143000"/>
            <a:ext cx="685800" cy="38100"/>
          </a:xfrm>
          <a:prstGeom prst="rect">
            <a:avLst/>
          </a:prstGeom>
          <a:solidFill>
            <a:srgbClr val="5BB1FF"/>
          </a:solidFill>
          <a:ln w="0">
            <a:noFill/>
            <a:prstDash val="solid"/>
          </a:ln>
        </p:spPr>
      </p:sp>
      <p:sp>
        <p:nvSpPr>
          <p:cNvPr id="3" name="Rectangle 2">
            <a:extLst>
              <a:ext uri="{FF2B5EF4-FFF2-40B4-BE49-F238E27FC236}">
                <a16:creationId xmlns:a16="http://schemas.microsoft.com/office/drawing/2014/main" id="{0FC51C67-9D92-4B40-B13B-E8719A83438B}"/>
              </a:ext>
            </a:extLst>
          </p:cNvPr>
          <p:cNvSpPr>
            <a:spLocks noGrp="1"/>
          </p:cNvSpPr>
          <p:nvPr/>
        </p:nvSpPr>
        <p:spPr>
          <a:xfrm>
            <a:off x="11468100" y="6400800"/>
            <a:ext cx="342900" cy="209550"/>
          </a:xfrm>
          <a:prstGeom prst="rect">
            <a:avLst/>
          </a:prstGeom>
          <a:noFill/>
          <a:ln w="0">
            <a:noFill/>
            <a:prstDash val="solid"/>
          </a:ln>
        </p:spPr>
        <p:txBody>
          <a:bodyPr wrap="square" lIns="0" tIns="0" rIns="0" bIns="0" anchor="t">
            <a:normAutofit/>
          </a:bodyPr>
          <a:lstStyle>
            <a:defPPr algn="r">
              <a:defRPr sz="1200" b="0">
                <a:solidFill>
                  <a:srgbClr val="AFBBCB"/>
                </a:solidFill>
                <a:latin typeface="Arial"/>
                <a:ea typeface="Arial"/>
                <a:cs typeface="Arial"/>
              </a:defRPr>
            </a:defPPr>
            <a:lvl1pPr algn="r">
              <a:buNone/>
              <a:defRPr sz="1200" b="0">
                <a:solidFill>
                  <a:srgbClr val="AFBBCB"/>
                </a:solidFill>
                <a:latin typeface="Arial"/>
                <a:ea typeface="Arial"/>
                <a:cs typeface="Arial"/>
              </a:defRPr>
            </a:lvl1pPr>
            <a:lvl2pPr algn="r">
              <a:buNone/>
              <a:defRPr sz="1200" b="0">
                <a:solidFill>
                  <a:srgbClr val="AFBBCB"/>
                </a:solidFill>
                <a:latin typeface="Arial"/>
                <a:ea typeface="Arial"/>
                <a:cs typeface="Arial"/>
              </a:defRPr>
            </a:lvl2pPr>
            <a:lvl3pPr algn="r">
              <a:buNone/>
              <a:defRPr sz="1200" b="0">
                <a:solidFill>
                  <a:srgbClr val="AFBBCB"/>
                </a:solidFill>
                <a:latin typeface="Arial"/>
                <a:ea typeface="Arial"/>
                <a:cs typeface="Arial"/>
              </a:defRPr>
            </a:lvl3pPr>
            <a:lvl4pPr algn="r">
              <a:buNone/>
              <a:defRPr sz="1200" b="0">
                <a:solidFill>
                  <a:srgbClr val="AFBBCB"/>
                </a:solidFill>
                <a:latin typeface="Arial"/>
                <a:ea typeface="Arial"/>
                <a:cs typeface="Arial"/>
              </a:defRPr>
            </a:lvl4pPr>
            <a:lvl5pPr algn="r">
              <a:buNone/>
              <a:defRPr sz="1200" b="0">
                <a:solidFill>
                  <a:srgbClr val="AFBBCB"/>
                </a:solidFill>
                <a:latin typeface="Arial"/>
                <a:ea typeface="Arial"/>
                <a:cs typeface="Arial"/>
              </a:defRPr>
            </a:lvl5pPr>
            <a:lvl6pPr algn="r">
              <a:buNone/>
              <a:defRPr sz="1200" b="0">
                <a:solidFill>
                  <a:srgbClr val="AFBBCB"/>
                </a:solidFill>
                <a:latin typeface="Arial"/>
                <a:ea typeface="Arial"/>
                <a:cs typeface="Arial"/>
              </a:defRPr>
            </a:lvl6pPr>
            <a:lvl7pPr algn="r">
              <a:buNone/>
              <a:defRPr sz="1200" b="0">
                <a:solidFill>
                  <a:srgbClr val="AFBBCB"/>
                </a:solidFill>
                <a:latin typeface="Arial"/>
                <a:ea typeface="Arial"/>
                <a:cs typeface="Arial"/>
              </a:defRPr>
            </a:lvl7pPr>
            <a:lvl8pPr algn="r">
              <a:buNone/>
              <a:defRPr sz="1200" b="0">
                <a:solidFill>
                  <a:srgbClr val="AFBBCB"/>
                </a:solidFill>
                <a:latin typeface="Arial"/>
                <a:ea typeface="Arial"/>
                <a:cs typeface="Arial"/>
              </a:defRPr>
            </a:lvl8pPr>
            <a:lvl9pPr algn="r">
              <a:buNone/>
              <a:defRPr sz="1200" b="0">
                <a:solidFill>
                  <a:srgbClr val="AFBBCB"/>
                </a:solidFill>
                <a:latin typeface="Arial"/>
                <a:ea typeface="Arial"/>
                <a:cs typeface="Arial"/>
              </a:defRPr>
            </a:lvl9pPr>
          </a:lstStyle>
          <a:p>
            <a:pPr algn="r">
              <a:lnSpc>
                <a:spcPct val="108000"/>
              </a:lnSpc>
              <a:buNone/>
              <a:defRPr sz="1200" b="0">
                <a:solidFill>
                  <a:srgbClr val="AFBBCB"/>
                </a:solidFill>
                <a:latin typeface="Arial"/>
                <a:ea typeface="Arial"/>
                <a:cs typeface="Arial"/>
              </a:defRPr>
            </a:pPr>
            <a:r>
              <a:rPr sz="1200" b="0">
                <a:solidFill>
                  <a:srgbClr val="AFBBCB"/>
                </a:solidFill>
                <a:latin typeface="Arial"/>
                <a:ea typeface="Arial"/>
                <a:cs typeface="Arial"/>
              </a:rPr>
              <a:t>07</a:t>
            </a:r>
          </a:p>
        </p:txBody>
      </p:sp>
      <p:pic>
        <p:nvPicPr>
          <p:cNvPr id="4" name="Picture 3">
            <a:extLst>
              <a:ext uri="{FF2B5EF4-FFF2-40B4-BE49-F238E27FC236}">
                <a16:creationId xmlns:a16="http://schemas.microsoft.com/office/drawing/2014/main" id="{E2DD9182-ADE3-4902-B06C-6821F06855F9}"/>
              </a:ext>
            </a:extLst>
          </p:cNvPr>
          <p:cNvPicPr>
            <a:picLocks noChangeAspect="1"/>
          </p:cNvPicPr>
          <p:nvPr/>
        </p:nvPicPr>
        <p:blipFill>
          <a:blip r:embed="rId3"/>
          <a:stretch/>
        </p:blipFill>
        <p:spPr>
          <a:xfrm>
            <a:off x="523875" y="1562100"/>
            <a:ext cx="7239000" cy="4524375"/>
          </a:xfrm>
          <a:prstGeom prst="rect">
            <a:avLst/>
          </a:prstGeom>
        </p:spPr>
      </p:pic>
      <p:sp>
        <p:nvSpPr>
          <p:cNvPr id="5" name="Rectangle 4">
            <a:extLst>
              <a:ext uri="{FF2B5EF4-FFF2-40B4-BE49-F238E27FC236}">
                <a16:creationId xmlns:a16="http://schemas.microsoft.com/office/drawing/2014/main" id="{2A71D6ED-FC57-406B-BDDA-639CFB1BE813}"/>
              </a:ext>
            </a:extLst>
          </p:cNvPr>
          <p:cNvSpPr>
            <a:spLocks noGrp="1"/>
          </p:cNvSpPr>
          <p:nvPr/>
        </p:nvSpPr>
        <p:spPr>
          <a:xfrm>
            <a:off x="8191500" y="1809750"/>
            <a:ext cx="3238500" cy="381000"/>
          </a:xfrm>
          <a:prstGeom prst="rect">
            <a:avLst/>
          </a:prstGeom>
          <a:noFill/>
          <a:ln w="0">
            <a:noFill/>
            <a:prstDash val="solid"/>
          </a:ln>
        </p:spPr>
        <p:txBody>
          <a:bodyPr wrap="square" lIns="0" tIns="0" rIns="0" bIns="0" anchor="t">
            <a:normAutofit/>
          </a:bodyPr>
          <a:lstStyle>
            <a:defPPr algn="l">
              <a:defRPr sz="1950" b="1">
                <a:solidFill>
                  <a:srgbClr val="5BB1FF"/>
                </a:solidFill>
                <a:latin typeface="Arial"/>
                <a:ea typeface="Arial"/>
                <a:cs typeface="Arial"/>
              </a:defRPr>
            </a:defPPr>
            <a:lvl1pPr algn="l">
              <a:buNone/>
              <a:defRPr sz="1950" b="1">
                <a:solidFill>
                  <a:srgbClr val="5BB1FF"/>
                </a:solidFill>
                <a:latin typeface="Arial"/>
                <a:ea typeface="Arial"/>
                <a:cs typeface="Arial"/>
              </a:defRPr>
            </a:lvl1pPr>
            <a:lvl2pPr algn="l">
              <a:buNone/>
              <a:defRPr sz="1950" b="1">
                <a:solidFill>
                  <a:srgbClr val="5BB1FF"/>
                </a:solidFill>
                <a:latin typeface="Arial"/>
                <a:ea typeface="Arial"/>
                <a:cs typeface="Arial"/>
              </a:defRPr>
            </a:lvl2pPr>
            <a:lvl3pPr algn="l">
              <a:buNone/>
              <a:defRPr sz="1950" b="1">
                <a:solidFill>
                  <a:srgbClr val="5BB1FF"/>
                </a:solidFill>
                <a:latin typeface="Arial"/>
                <a:ea typeface="Arial"/>
                <a:cs typeface="Arial"/>
              </a:defRPr>
            </a:lvl3pPr>
            <a:lvl4pPr algn="l">
              <a:buNone/>
              <a:defRPr sz="1950" b="1">
                <a:solidFill>
                  <a:srgbClr val="5BB1FF"/>
                </a:solidFill>
                <a:latin typeface="Arial"/>
                <a:ea typeface="Arial"/>
                <a:cs typeface="Arial"/>
              </a:defRPr>
            </a:lvl4pPr>
            <a:lvl5pPr algn="l">
              <a:buNone/>
              <a:defRPr sz="1950" b="1">
                <a:solidFill>
                  <a:srgbClr val="5BB1FF"/>
                </a:solidFill>
                <a:latin typeface="Arial"/>
                <a:ea typeface="Arial"/>
                <a:cs typeface="Arial"/>
              </a:defRPr>
            </a:lvl5pPr>
            <a:lvl6pPr algn="l">
              <a:buNone/>
              <a:defRPr sz="1950" b="1">
                <a:solidFill>
                  <a:srgbClr val="5BB1FF"/>
                </a:solidFill>
                <a:latin typeface="Arial"/>
                <a:ea typeface="Arial"/>
                <a:cs typeface="Arial"/>
              </a:defRPr>
            </a:lvl6pPr>
            <a:lvl7pPr algn="l">
              <a:buNone/>
              <a:defRPr sz="1950" b="1">
                <a:solidFill>
                  <a:srgbClr val="5BB1FF"/>
                </a:solidFill>
                <a:latin typeface="Arial"/>
                <a:ea typeface="Arial"/>
                <a:cs typeface="Arial"/>
              </a:defRPr>
            </a:lvl7pPr>
            <a:lvl8pPr algn="l">
              <a:buNone/>
              <a:defRPr sz="1950" b="1">
                <a:solidFill>
                  <a:srgbClr val="5BB1FF"/>
                </a:solidFill>
                <a:latin typeface="Arial"/>
                <a:ea typeface="Arial"/>
                <a:cs typeface="Arial"/>
              </a:defRPr>
            </a:lvl8pPr>
            <a:lvl9pPr algn="l">
              <a:buNone/>
              <a:defRPr sz="1950" b="1">
                <a:solidFill>
                  <a:srgbClr val="5BB1FF"/>
                </a:solidFill>
                <a:latin typeface="Arial"/>
                <a:ea typeface="Arial"/>
                <a:cs typeface="Arial"/>
              </a:defRPr>
            </a:lvl9pPr>
          </a:lstStyle>
          <a:p>
            <a:pPr algn="l">
              <a:lnSpc>
                <a:spcPct val="108000"/>
              </a:lnSpc>
              <a:buNone/>
              <a:defRPr sz="1950" b="1">
                <a:solidFill>
                  <a:srgbClr val="5BB1FF"/>
                </a:solidFill>
                <a:latin typeface="Arial"/>
                <a:ea typeface="Arial"/>
                <a:cs typeface="Arial"/>
              </a:defRPr>
            </a:pPr>
            <a:r>
              <a:rPr sz="1950" b="1">
                <a:solidFill>
                  <a:srgbClr val="5BB1FF"/>
                </a:solidFill>
                <a:latin typeface="Arial"/>
                <a:ea typeface="Arial"/>
                <a:cs typeface="Arial"/>
              </a:rPr>
              <a:t>Shared position</a:t>
            </a:r>
          </a:p>
        </p:txBody>
      </p:sp>
      <p:sp>
        <p:nvSpPr>
          <p:cNvPr id="6" name="Rectangle 5">
            <a:extLst>
              <a:ext uri="{FF2B5EF4-FFF2-40B4-BE49-F238E27FC236}">
                <a16:creationId xmlns:a16="http://schemas.microsoft.com/office/drawing/2014/main" id="{E63CBA92-EA06-41EC-B6EE-19385C9B874A}"/>
              </a:ext>
            </a:extLst>
          </p:cNvPr>
          <p:cNvSpPr>
            <a:spLocks noGrp="1"/>
          </p:cNvSpPr>
          <p:nvPr/>
        </p:nvSpPr>
        <p:spPr>
          <a:xfrm>
            <a:off x="8191500" y="2209800"/>
            <a:ext cx="3238500" cy="619125"/>
          </a:xfrm>
          <a:prstGeom prst="rect">
            <a:avLst/>
          </a:prstGeom>
          <a:noFill/>
          <a:ln w="0">
            <a:noFill/>
            <a:prstDash val="solid"/>
          </a:ln>
        </p:spPr>
        <p:txBody>
          <a:bodyPr wrap="square" lIns="0" tIns="0" rIns="0" bIns="0" anchor="t">
            <a:normAutofit/>
          </a:bodyPr>
          <a:lstStyle>
            <a:defPPr algn="l">
              <a:defRPr sz="1575" b="0">
                <a:solidFill>
                  <a:srgbClr val="AFBBCB"/>
                </a:solidFill>
                <a:latin typeface="Arial"/>
                <a:ea typeface="Arial"/>
                <a:cs typeface="Arial"/>
              </a:defRPr>
            </a:defPPr>
            <a:lvl1pPr algn="l">
              <a:buNone/>
              <a:defRPr sz="1575" b="0">
                <a:solidFill>
                  <a:srgbClr val="AFBBCB"/>
                </a:solidFill>
                <a:latin typeface="Arial"/>
                <a:ea typeface="Arial"/>
                <a:cs typeface="Arial"/>
              </a:defRPr>
            </a:lvl1pPr>
            <a:lvl2pPr algn="l">
              <a:buNone/>
              <a:defRPr sz="1575" b="0">
                <a:solidFill>
                  <a:srgbClr val="AFBBCB"/>
                </a:solidFill>
                <a:latin typeface="Arial"/>
                <a:ea typeface="Arial"/>
                <a:cs typeface="Arial"/>
              </a:defRPr>
            </a:lvl2pPr>
            <a:lvl3pPr algn="l">
              <a:buNone/>
              <a:defRPr sz="1575" b="0">
                <a:solidFill>
                  <a:srgbClr val="AFBBCB"/>
                </a:solidFill>
                <a:latin typeface="Arial"/>
                <a:ea typeface="Arial"/>
                <a:cs typeface="Arial"/>
              </a:defRPr>
            </a:lvl3pPr>
            <a:lvl4pPr algn="l">
              <a:buNone/>
              <a:defRPr sz="1575" b="0">
                <a:solidFill>
                  <a:srgbClr val="AFBBCB"/>
                </a:solidFill>
                <a:latin typeface="Arial"/>
                <a:ea typeface="Arial"/>
                <a:cs typeface="Arial"/>
              </a:defRPr>
            </a:lvl4pPr>
            <a:lvl5pPr algn="l">
              <a:buNone/>
              <a:defRPr sz="1575" b="0">
                <a:solidFill>
                  <a:srgbClr val="AFBBCB"/>
                </a:solidFill>
                <a:latin typeface="Arial"/>
                <a:ea typeface="Arial"/>
                <a:cs typeface="Arial"/>
              </a:defRPr>
            </a:lvl5pPr>
            <a:lvl6pPr algn="l">
              <a:buNone/>
              <a:defRPr sz="1575" b="0">
                <a:solidFill>
                  <a:srgbClr val="AFBBCB"/>
                </a:solidFill>
                <a:latin typeface="Arial"/>
                <a:ea typeface="Arial"/>
                <a:cs typeface="Arial"/>
              </a:defRPr>
            </a:lvl6pPr>
            <a:lvl7pPr algn="l">
              <a:buNone/>
              <a:defRPr sz="1575" b="0">
                <a:solidFill>
                  <a:srgbClr val="AFBBCB"/>
                </a:solidFill>
                <a:latin typeface="Arial"/>
                <a:ea typeface="Arial"/>
                <a:cs typeface="Arial"/>
              </a:defRPr>
            </a:lvl7pPr>
            <a:lvl8pPr algn="l">
              <a:buNone/>
              <a:defRPr sz="1575" b="0">
                <a:solidFill>
                  <a:srgbClr val="AFBBCB"/>
                </a:solidFill>
                <a:latin typeface="Arial"/>
                <a:ea typeface="Arial"/>
                <a:cs typeface="Arial"/>
              </a:defRPr>
            </a:lvl8pPr>
            <a:lvl9pPr algn="l">
              <a:buNone/>
              <a:defRPr sz="1575" b="0">
                <a:solidFill>
                  <a:srgbClr val="AFBBCB"/>
                </a:solidFill>
                <a:latin typeface="Arial"/>
                <a:ea typeface="Arial"/>
                <a:cs typeface="Arial"/>
              </a:defRPr>
            </a:lvl9pPr>
          </a:lstStyle>
          <a:p>
            <a:pPr algn="l">
              <a:lnSpc>
                <a:spcPct val="108000"/>
              </a:lnSpc>
              <a:buNone/>
              <a:defRPr sz="1575" b="0">
                <a:solidFill>
                  <a:srgbClr val="AFBBCB"/>
                </a:solidFill>
                <a:latin typeface="Arial"/>
                <a:ea typeface="Arial"/>
                <a:cs typeface="Arial"/>
              </a:defRPr>
            </a:pPr>
            <a:r>
              <a:rPr sz="1575" b="0">
                <a:solidFill>
                  <a:srgbClr val="AFBBCB"/>
                </a:solidFill>
                <a:latin typeface="Arial"/>
                <a:ea typeface="Arial"/>
                <a:cs typeface="Arial"/>
              </a:rPr>
              <a:t>Each algorithm receives the same board and depth.</a:t>
            </a:r>
          </a:p>
        </p:txBody>
      </p:sp>
      <p:sp>
        <p:nvSpPr>
          <p:cNvPr id="7" name="Rectangle 6">
            <a:extLst>
              <a:ext uri="{FF2B5EF4-FFF2-40B4-BE49-F238E27FC236}">
                <a16:creationId xmlns:a16="http://schemas.microsoft.com/office/drawing/2014/main" id="{CC3AD1FD-5F79-4238-AB76-270EA032B255}"/>
              </a:ext>
            </a:extLst>
          </p:cNvPr>
          <p:cNvSpPr>
            <a:spLocks noGrp="1"/>
          </p:cNvSpPr>
          <p:nvPr/>
        </p:nvSpPr>
        <p:spPr>
          <a:xfrm>
            <a:off x="8191500" y="3086100"/>
            <a:ext cx="3238500" cy="381000"/>
          </a:xfrm>
          <a:prstGeom prst="rect">
            <a:avLst/>
          </a:prstGeom>
          <a:noFill/>
          <a:ln w="0">
            <a:noFill/>
            <a:prstDash val="solid"/>
          </a:ln>
        </p:spPr>
        <p:txBody>
          <a:bodyPr wrap="square" lIns="0" tIns="0" rIns="0" bIns="0" anchor="t">
            <a:normAutofit/>
          </a:bodyPr>
          <a:lstStyle>
            <a:defPPr algn="l">
              <a:defRPr sz="1950" b="1">
                <a:solidFill>
                  <a:srgbClr val="41CF94"/>
                </a:solidFill>
                <a:latin typeface="Arial"/>
                <a:ea typeface="Arial"/>
                <a:cs typeface="Arial"/>
              </a:defRPr>
            </a:defPPr>
            <a:lvl1pPr algn="l">
              <a:buNone/>
              <a:defRPr sz="1950" b="1">
                <a:solidFill>
                  <a:srgbClr val="41CF94"/>
                </a:solidFill>
                <a:latin typeface="Arial"/>
                <a:ea typeface="Arial"/>
                <a:cs typeface="Arial"/>
              </a:defRPr>
            </a:lvl1pPr>
            <a:lvl2pPr algn="l">
              <a:buNone/>
              <a:defRPr sz="1950" b="1">
                <a:solidFill>
                  <a:srgbClr val="41CF94"/>
                </a:solidFill>
                <a:latin typeface="Arial"/>
                <a:ea typeface="Arial"/>
                <a:cs typeface="Arial"/>
              </a:defRPr>
            </a:lvl2pPr>
            <a:lvl3pPr algn="l">
              <a:buNone/>
              <a:defRPr sz="1950" b="1">
                <a:solidFill>
                  <a:srgbClr val="41CF94"/>
                </a:solidFill>
                <a:latin typeface="Arial"/>
                <a:ea typeface="Arial"/>
                <a:cs typeface="Arial"/>
              </a:defRPr>
            </a:lvl3pPr>
            <a:lvl4pPr algn="l">
              <a:buNone/>
              <a:defRPr sz="1950" b="1">
                <a:solidFill>
                  <a:srgbClr val="41CF94"/>
                </a:solidFill>
                <a:latin typeface="Arial"/>
                <a:ea typeface="Arial"/>
                <a:cs typeface="Arial"/>
              </a:defRPr>
            </a:lvl4pPr>
            <a:lvl5pPr algn="l">
              <a:buNone/>
              <a:defRPr sz="1950" b="1">
                <a:solidFill>
                  <a:srgbClr val="41CF94"/>
                </a:solidFill>
                <a:latin typeface="Arial"/>
                <a:ea typeface="Arial"/>
                <a:cs typeface="Arial"/>
              </a:defRPr>
            </a:lvl5pPr>
            <a:lvl6pPr algn="l">
              <a:buNone/>
              <a:defRPr sz="1950" b="1">
                <a:solidFill>
                  <a:srgbClr val="41CF94"/>
                </a:solidFill>
                <a:latin typeface="Arial"/>
                <a:ea typeface="Arial"/>
                <a:cs typeface="Arial"/>
              </a:defRPr>
            </a:lvl6pPr>
            <a:lvl7pPr algn="l">
              <a:buNone/>
              <a:defRPr sz="1950" b="1">
                <a:solidFill>
                  <a:srgbClr val="41CF94"/>
                </a:solidFill>
                <a:latin typeface="Arial"/>
                <a:ea typeface="Arial"/>
                <a:cs typeface="Arial"/>
              </a:defRPr>
            </a:lvl7pPr>
            <a:lvl8pPr algn="l">
              <a:buNone/>
              <a:defRPr sz="1950" b="1">
                <a:solidFill>
                  <a:srgbClr val="41CF94"/>
                </a:solidFill>
                <a:latin typeface="Arial"/>
                <a:ea typeface="Arial"/>
                <a:cs typeface="Arial"/>
              </a:defRPr>
            </a:lvl8pPr>
            <a:lvl9pPr algn="l">
              <a:buNone/>
              <a:defRPr sz="1950" b="1">
                <a:solidFill>
                  <a:srgbClr val="41CF94"/>
                </a:solidFill>
                <a:latin typeface="Arial"/>
                <a:ea typeface="Arial"/>
                <a:cs typeface="Arial"/>
              </a:defRPr>
            </a:lvl9pPr>
          </a:lstStyle>
          <a:p>
            <a:pPr algn="l">
              <a:lnSpc>
                <a:spcPct val="108000"/>
              </a:lnSpc>
              <a:buNone/>
              <a:defRPr sz="1950" b="1">
                <a:solidFill>
                  <a:srgbClr val="41CF94"/>
                </a:solidFill>
                <a:latin typeface="Arial"/>
                <a:ea typeface="Arial"/>
                <a:cs typeface="Arial"/>
              </a:defRPr>
            </a:pPr>
            <a:r>
              <a:rPr sz="1950" b="1">
                <a:solidFill>
                  <a:srgbClr val="41CF94"/>
                </a:solidFill>
                <a:latin typeface="Arial"/>
                <a:ea typeface="Arial"/>
                <a:cs typeface="Arial"/>
              </a:rPr>
              <a:t>Separate branches</a:t>
            </a:r>
          </a:p>
        </p:txBody>
      </p:sp>
      <p:sp>
        <p:nvSpPr>
          <p:cNvPr id="8" name="Rectangle 7">
            <a:extLst>
              <a:ext uri="{FF2B5EF4-FFF2-40B4-BE49-F238E27FC236}">
                <a16:creationId xmlns:a16="http://schemas.microsoft.com/office/drawing/2014/main" id="{3AEB5D28-7BDE-4BB4-B11C-69ADD2D351F8}"/>
              </a:ext>
            </a:extLst>
          </p:cNvPr>
          <p:cNvSpPr>
            <a:spLocks noGrp="1"/>
          </p:cNvSpPr>
          <p:nvPr/>
        </p:nvSpPr>
        <p:spPr>
          <a:xfrm>
            <a:off x="8191500" y="3486150"/>
            <a:ext cx="3238500" cy="723900"/>
          </a:xfrm>
          <a:prstGeom prst="rect">
            <a:avLst/>
          </a:prstGeom>
          <a:noFill/>
          <a:ln w="0">
            <a:noFill/>
            <a:prstDash val="solid"/>
          </a:ln>
        </p:spPr>
        <p:txBody>
          <a:bodyPr wrap="square" lIns="0" tIns="0" rIns="0" bIns="0" anchor="t">
            <a:normAutofit/>
          </a:bodyPr>
          <a:lstStyle>
            <a:defPPr algn="l">
              <a:defRPr sz="1575" b="0">
                <a:solidFill>
                  <a:srgbClr val="AFBBCB"/>
                </a:solidFill>
                <a:latin typeface="Arial"/>
                <a:ea typeface="Arial"/>
                <a:cs typeface="Arial"/>
              </a:defRPr>
            </a:defPPr>
            <a:lvl1pPr algn="l">
              <a:buNone/>
              <a:defRPr sz="1575" b="0">
                <a:solidFill>
                  <a:srgbClr val="AFBBCB"/>
                </a:solidFill>
                <a:latin typeface="Arial"/>
                <a:ea typeface="Arial"/>
                <a:cs typeface="Arial"/>
              </a:defRPr>
            </a:lvl1pPr>
            <a:lvl2pPr algn="l">
              <a:buNone/>
              <a:defRPr sz="1575" b="0">
                <a:solidFill>
                  <a:srgbClr val="AFBBCB"/>
                </a:solidFill>
                <a:latin typeface="Arial"/>
                <a:ea typeface="Arial"/>
                <a:cs typeface="Arial"/>
              </a:defRPr>
            </a:lvl2pPr>
            <a:lvl3pPr algn="l">
              <a:buNone/>
              <a:defRPr sz="1575" b="0">
                <a:solidFill>
                  <a:srgbClr val="AFBBCB"/>
                </a:solidFill>
                <a:latin typeface="Arial"/>
                <a:ea typeface="Arial"/>
                <a:cs typeface="Arial"/>
              </a:defRPr>
            </a:lvl3pPr>
            <a:lvl4pPr algn="l">
              <a:buNone/>
              <a:defRPr sz="1575" b="0">
                <a:solidFill>
                  <a:srgbClr val="AFBBCB"/>
                </a:solidFill>
                <a:latin typeface="Arial"/>
                <a:ea typeface="Arial"/>
                <a:cs typeface="Arial"/>
              </a:defRPr>
            </a:lvl4pPr>
            <a:lvl5pPr algn="l">
              <a:buNone/>
              <a:defRPr sz="1575" b="0">
                <a:solidFill>
                  <a:srgbClr val="AFBBCB"/>
                </a:solidFill>
                <a:latin typeface="Arial"/>
                <a:ea typeface="Arial"/>
                <a:cs typeface="Arial"/>
              </a:defRPr>
            </a:lvl5pPr>
            <a:lvl6pPr algn="l">
              <a:buNone/>
              <a:defRPr sz="1575" b="0">
                <a:solidFill>
                  <a:srgbClr val="AFBBCB"/>
                </a:solidFill>
                <a:latin typeface="Arial"/>
                <a:ea typeface="Arial"/>
                <a:cs typeface="Arial"/>
              </a:defRPr>
            </a:lvl6pPr>
            <a:lvl7pPr algn="l">
              <a:buNone/>
              <a:defRPr sz="1575" b="0">
                <a:solidFill>
                  <a:srgbClr val="AFBBCB"/>
                </a:solidFill>
                <a:latin typeface="Arial"/>
                <a:ea typeface="Arial"/>
                <a:cs typeface="Arial"/>
              </a:defRPr>
            </a:lvl7pPr>
            <a:lvl8pPr algn="l">
              <a:buNone/>
              <a:defRPr sz="1575" b="0">
                <a:solidFill>
                  <a:srgbClr val="AFBBCB"/>
                </a:solidFill>
                <a:latin typeface="Arial"/>
                <a:ea typeface="Arial"/>
                <a:cs typeface="Arial"/>
              </a:defRPr>
            </a:lvl8pPr>
            <a:lvl9pPr algn="l">
              <a:buNone/>
              <a:defRPr sz="1575" b="0">
                <a:solidFill>
                  <a:srgbClr val="AFBBCB"/>
                </a:solidFill>
                <a:latin typeface="Arial"/>
                <a:ea typeface="Arial"/>
                <a:cs typeface="Arial"/>
              </a:defRPr>
            </a:lvl9pPr>
          </a:lstStyle>
          <a:p>
            <a:pPr algn="l">
              <a:lnSpc>
                <a:spcPct val="108000"/>
              </a:lnSpc>
              <a:buNone/>
              <a:defRPr sz="1575" b="0">
                <a:solidFill>
                  <a:srgbClr val="AFBBCB"/>
                </a:solidFill>
                <a:latin typeface="Arial"/>
                <a:ea typeface="Arial"/>
                <a:cs typeface="Arial"/>
              </a:defRPr>
            </a:pPr>
            <a:r>
              <a:rPr sz="1575" b="0">
                <a:solidFill>
                  <a:srgbClr val="AFBBCB"/>
                </a:solidFill>
                <a:latin typeface="Arial"/>
                <a:ea typeface="Arial"/>
                <a:cs typeface="Arial"/>
              </a:rPr>
              <a:t>Each pane follows its own recursive search path on a chessboard.</a:t>
            </a:r>
          </a:p>
        </p:txBody>
      </p:sp>
      <p:sp>
        <p:nvSpPr>
          <p:cNvPr id="9" name="Rectangle 8">
            <a:extLst>
              <a:ext uri="{FF2B5EF4-FFF2-40B4-BE49-F238E27FC236}">
                <a16:creationId xmlns:a16="http://schemas.microsoft.com/office/drawing/2014/main" id="{0E6D6015-4A73-4311-8747-F33896508AF4}"/>
              </a:ext>
            </a:extLst>
          </p:cNvPr>
          <p:cNvSpPr>
            <a:spLocks noGrp="1"/>
          </p:cNvSpPr>
          <p:nvPr/>
        </p:nvSpPr>
        <p:spPr>
          <a:xfrm>
            <a:off x="8191500" y="4438650"/>
            <a:ext cx="3238500" cy="381000"/>
          </a:xfrm>
          <a:prstGeom prst="rect">
            <a:avLst/>
          </a:prstGeom>
          <a:noFill/>
          <a:ln w="0">
            <a:noFill/>
            <a:prstDash val="solid"/>
          </a:ln>
        </p:spPr>
        <p:txBody>
          <a:bodyPr wrap="square" lIns="0" tIns="0" rIns="0" bIns="0" anchor="t">
            <a:normAutofit/>
          </a:bodyPr>
          <a:lstStyle>
            <a:defPPr algn="l">
              <a:defRPr sz="1950" b="1">
                <a:solidFill>
                  <a:srgbClr val="AE8BFF"/>
                </a:solidFill>
                <a:latin typeface="Arial"/>
                <a:ea typeface="Arial"/>
                <a:cs typeface="Arial"/>
              </a:defRPr>
            </a:defPPr>
            <a:lvl1pPr algn="l">
              <a:buNone/>
              <a:defRPr sz="1950" b="1">
                <a:solidFill>
                  <a:srgbClr val="AE8BFF"/>
                </a:solidFill>
                <a:latin typeface="Arial"/>
                <a:ea typeface="Arial"/>
                <a:cs typeface="Arial"/>
              </a:defRPr>
            </a:lvl1pPr>
            <a:lvl2pPr algn="l">
              <a:buNone/>
              <a:defRPr sz="1950" b="1">
                <a:solidFill>
                  <a:srgbClr val="AE8BFF"/>
                </a:solidFill>
                <a:latin typeface="Arial"/>
                <a:ea typeface="Arial"/>
                <a:cs typeface="Arial"/>
              </a:defRPr>
            </a:lvl2pPr>
            <a:lvl3pPr algn="l">
              <a:buNone/>
              <a:defRPr sz="1950" b="1">
                <a:solidFill>
                  <a:srgbClr val="AE8BFF"/>
                </a:solidFill>
                <a:latin typeface="Arial"/>
                <a:ea typeface="Arial"/>
                <a:cs typeface="Arial"/>
              </a:defRPr>
            </a:lvl3pPr>
            <a:lvl4pPr algn="l">
              <a:buNone/>
              <a:defRPr sz="1950" b="1">
                <a:solidFill>
                  <a:srgbClr val="AE8BFF"/>
                </a:solidFill>
                <a:latin typeface="Arial"/>
                <a:ea typeface="Arial"/>
                <a:cs typeface="Arial"/>
              </a:defRPr>
            </a:lvl4pPr>
            <a:lvl5pPr algn="l">
              <a:buNone/>
              <a:defRPr sz="1950" b="1">
                <a:solidFill>
                  <a:srgbClr val="AE8BFF"/>
                </a:solidFill>
                <a:latin typeface="Arial"/>
                <a:ea typeface="Arial"/>
                <a:cs typeface="Arial"/>
              </a:defRPr>
            </a:lvl5pPr>
            <a:lvl6pPr algn="l">
              <a:buNone/>
              <a:defRPr sz="1950" b="1">
                <a:solidFill>
                  <a:srgbClr val="AE8BFF"/>
                </a:solidFill>
                <a:latin typeface="Arial"/>
                <a:ea typeface="Arial"/>
                <a:cs typeface="Arial"/>
              </a:defRPr>
            </a:lvl6pPr>
            <a:lvl7pPr algn="l">
              <a:buNone/>
              <a:defRPr sz="1950" b="1">
                <a:solidFill>
                  <a:srgbClr val="AE8BFF"/>
                </a:solidFill>
                <a:latin typeface="Arial"/>
                <a:ea typeface="Arial"/>
                <a:cs typeface="Arial"/>
              </a:defRPr>
            </a:lvl7pPr>
            <a:lvl8pPr algn="l">
              <a:buNone/>
              <a:defRPr sz="1950" b="1">
                <a:solidFill>
                  <a:srgbClr val="AE8BFF"/>
                </a:solidFill>
                <a:latin typeface="Arial"/>
                <a:ea typeface="Arial"/>
                <a:cs typeface="Arial"/>
              </a:defRPr>
            </a:lvl8pPr>
            <a:lvl9pPr algn="l">
              <a:buNone/>
              <a:defRPr sz="1950" b="1">
                <a:solidFill>
                  <a:srgbClr val="AE8BFF"/>
                </a:solidFill>
                <a:latin typeface="Arial"/>
                <a:ea typeface="Arial"/>
                <a:cs typeface="Arial"/>
              </a:defRPr>
            </a:lvl9pPr>
          </a:lstStyle>
          <a:p>
            <a:pPr algn="l">
              <a:lnSpc>
                <a:spcPct val="108000"/>
              </a:lnSpc>
              <a:buNone/>
              <a:defRPr sz="1950" b="1">
                <a:solidFill>
                  <a:srgbClr val="AE8BFF"/>
                </a:solidFill>
                <a:latin typeface="Arial"/>
                <a:ea typeface="Arial"/>
                <a:cs typeface="Arial"/>
              </a:defRPr>
            </a:pPr>
            <a:r>
              <a:rPr sz="1950" b="1">
                <a:solidFill>
                  <a:srgbClr val="AE8BFF"/>
                </a:solidFill>
                <a:latin typeface="Arial"/>
                <a:ea typeface="Arial"/>
                <a:cs typeface="Arial"/>
              </a:rPr>
              <a:t>Live counters</a:t>
            </a:r>
          </a:p>
        </p:txBody>
      </p:sp>
      <p:sp>
        <p:nvSpPr>
          <p:cNvPr id="10" name="Rectangle 9">
            <a:extLst>
              <a:ext uri="{FF2B5EF4-FFF2-40B4-BE49-F238E27FC236}">
                <a16:creationId xmlns:a16="http://schemas.microsoft.com/office/drawing/2014/main" id="{C1076FFC-8216-4F5C-A3B3-25F1F1272817}"/>
              </a:ext>
            </a:extLst>
          </p:cNvPr>
          <p:cNvSpPr>
            <a:spLocks noGrp="1"/>
          </p:cNvSpPr>
          <p:nvPr/>
        </p:nvSpPr>
        <p:spPr>
          <a:xfrm>
            <a:off x="8191500" y="4838700"/>
            <a:ext cx="3238500" cy="838200"/>
          </a:xfrm>
          <a:prstGeom prst="rect">
            <a:avLst/>
          </a:prstGeom>
          <a:noFill/>
          <a:ln w="0">
            <a:noFill/>
            <a:prstDash val="solid"/>
          </a:ln>
        </p:spPr>
        <p:txBody>
          <a:bodyPr wrap="square" lIns="0" tIns="0" rIns="0" bIns="0" anchor="t">
            <a:normAutofit/>
          </a:bodyPr>
          <a:lstStyle>
            <a:defPPr algn="l">
              <a:defRPr sz="1575" b="0">
                <a:solidFill>
                  <a:srgbClr val="AFBBCB"/>
                </a:solidFill>
                <a:latin typeface="Arial"/>
                <a:ea typeface="Arial"/>
                <a:cs typeface="Arial"/>
              </a:defRPr>
            </a:defPPr>
            <a:lvl1pPr algn="l">
              <a:buNone/>
              <a:defRPr sz="1575" b="0">
                <a:solidFill>
                  <a:srgbClr val="AFBBCB"/>
                </a:solidFill>
                <a:latin typeface="Arial"/>
                <a:ea typeface="Arial"/>
                <a:cs typeface="Arial"/>
              </a:defRPr>
            </a:lvl1pPr>
            <a:lvl2pPr algn="l">
              <a:buNone/>
              <a:defRPr sz="1575" b="0">
                <a:solidFill>
                  <a:srgbClr val="AFBBCB"/>
                </a:solidFill>
                <a:latin typeface="Arial"/>
                <a:ea typeface="Arial"/>
                <a:cs typeface="Arial"/>
              </a:defRPr>
            </a:lvl2pPr>
            <a:lvl3pPr algn="l">
              <a:buNone/>
              <a:defRPr sz="1575" b="0">
                <a:solidFill>
                  <a:srgbClr val="AFBBCB"/>
                </a:solidFill>
                <a:latin typeface="Arial"/>
                <a:ea typeface="Arial"/>
                <a:cs typeface="Arial"/>
              </a:defRPr>
            </a:lvl3pPr>
            <a:lvl4pPr algn="l">
              <a:buNone/>
              <a:defRPr sz="1575" b="0">
                <a:solidFill>
                  <a:srgbClr val="AFBBCB"/>
                </a:solidFill>
                <a:latin typeface="Arial"/>
                <a:ea typeface="Arial"/>
                <a:cs typeface="Arial"/>
              </a:defRPr>
            </a:lvl4pPr>
            <a:lvl5pPr algn="l">
              <a:buNone/>
              <a:defRPr sz="1575" b="0">
                <a:solidFill>
                  <a:srgbClr val="AFBBCB"/>
                </a:solidFill>
                <a:latin typeface="Arial"/>
                <a:ea typeface="Arial"/>
                <a:cs typeface="Arial"/>
              </a:defRPr>
            </a:lvl5pPr>
            <a:lvl6pPr algn="l">
              <a:buNone/>
              <a:defRPr sz="1575" b="0">
                <a:solidFill>
                  <a:srgbClr val="AFBBCB"/>
                </a:solidFill>
                <a:latin typeface="Arial"/>
                <a:ea typeface="Arial"/>
                <a:cs typeface="Arial"/>
              </a:defRPr>
            </a:lvl6pPr>
            <a:lvl7pPr algn="l">
              <a:buNone/>
              <a:defRPr sz="1575" b="0">
                <a:solidFill>
                  <a:srgbClr val="AFBBCB"/>
                </a:solidFill>
                <a:latin typeface="Arial"/>
                <a:ea typeface="Arial"/>
                <a:cs typeface="Arial"/>
              </a:defRPr>
            </a:lvl7pPr>
            <a:lvl8pPr algn="l">
              <a:buNone/>
              <a:defRPr sz="1575" b="0">
                <a:solidFill>
                  <a:srgbClr val="AFBBCB"/>
                </a:solidFill>
                <a:latin typeface="Arial"/>
                <a:ea typeface="Arial"/>
                <a:cs typeface="Arial"/>
              </a:defRPr>
            </a:lvl8pPr>
            <a:lvl9pPr algn="l">
              <a:buNone/>
              <a:defRPr sz="1575" b="0">
                <a:solidFill>
                  <a:srgbClr val="AFBBCB"/>
                </a:solidFill>
                <a:latin typeface="Arial"/>
                <a:ea typeface="Arial"/>
                <a:cs typeface="Arial"/>
              </a:defRPr>
            </a:lvl9pPr>
          </a:lstStyle>
          <a:p>
            <a:pPr algn="l">
              <a:lnSpc>
                <a:spcPct val="108000"/>
              </a:lnSpc>
              <a:buNone/>
              <a:defRPr sz="1575" b="0">
                <a:solidFill>
                  <a:srgbClr val="AFBBCB"/>
                </a:solidFill>
                <a:latin typeface="Arial"/>
                <a:ea typeface="Arial"/>
                <a:cs typeface="Arial"/>
              </a:defRPr>
            </a:pPr>
            <a:r>
              <a:rPr sz="1575" b="0">
                <a:solidFill>
                  <a:srgbClr val="AFBBCB"/>
                </a:solidFill>
                <a:latin typeface="Arial"/>
                <a:ea typeface="Arial"/>
                <a:cs typeface="Arial"/>
              </a:rPr>
              <a:t>Visited nodes, leaves, cutoffs, skipped moves, and time update during search.</a:t>
            </a:r>
          </a:p>
        </p:txBody>
      </p:sp>
    </p:spTree>
    <p:extLst>
      <p:ext uri="{BB962C8B-B14F-4D97-AF65-F5344CB8AC3E}">
        <p14:creationId xmlns:p14="http://schemas.microsoft.com/office/powerpoint/2010/main" val="2363458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131D"/>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A6D5211-4C58-47E9-9856-66481A649A1F}"/>
              </a:ext>
            </a:extLst>
          </p:cNvPr>
          <p:cNvSpPr>
            <a:spLocks noGrp="1"/>
          </p:cNvSpPr>
          <p:nvPr/>
        </p:nvSpPr>
        <p:spPr>
          <a:xfrm>
            <a:off x="609600" y="400050"/>
            <a:ext cx="10810875" cy="647700"/>
          </a:xfrm>
          <a:prstGeom prst="rect">
            <a:avLst/>
          </a:prstGeom>
          <a:noFill/>
          <a:ln w="0">
            <a:noFill/>
            <a:prstDash val="solid"/>
          </a:ln>
        </p:spPr>
        <p:txBody>
          <a:bodyPr wrap="square" lIns="0" tIns="0" rIns="0" bIns="0" anchor="t">
            <a:normAutofit/>
          </a:bodyPr>
          <a:lstStyle>
            <a:defPPr algn="l">
              <a:defRPr sz="3450" b="1">
                <a:solidFill>
                  <a:srgbClr val="F0F4FA"/>
                </a:solidFill>
                <a:latin typeface="Arial"/>
                <a:ea typeface="Arial"/>
                <a:cs typeface="Arial"/>
              </a:defRPr>
            </a:defPPr>
            <a:lvl1pPr algn="l">
              <a:buNone/>
              <a:defRPr sz="3450" b="1">
                <a:solidFill>
                  <a:srgbClr val="F0F4FA"/>
                </a:solidFill>
                <a:latin typeface="Arial"/>
                <a:ea typeface="Arial"/>
                <a:cs typeface="Arial"/>
              </a:defRPr>
            </a:lvl1pPr>
            <a:lvl2pPr algn="l">
              <a:buNone/>
              <a:defRPr sz="3450" b="1">
                <a:solidFill>
                  <a:srgbClr val="F0F4FA"/>
                </a:solidFill>
                <a:latin typeface="Arial"/>
                <a:ea typeface="Arial"/>
                <a:cs typeface="Arial"/>
              </a:defRPr>
            </a:lvl2pPr>
            <a:lvl3pPr algn="l">
              <a:buNone/>
              <a:defRPr sz="3450" b="1">
                <a:solidFill>
                  <a:srgbClr val="F0F4FA"/>
                </a:solidFill>
                <a:latin typeface="Arial"/>
                <a:ea typeface="Arial"/>
                <a:cs typeface="Arial"/>
              </a:defRPr>
            </a:lvl3pPr>
            <a:lvl4pPr algn="l">
              <a:buNone/>
              <a:defRPr sz="3450" b="1">
                <a:solidFill>
                  <a:srgbClr val="F0F4FA"/>
                </a:solidFill>
                <a:latin typeface="Arial"/>
                <a:ea typeface="Arial"/>
                <a:cs typeface="Arial"/>
              </a:defRPr>
            </a:lvl4pPr>
            <a:lvl5pPr algn="l">
              <a:buNone/>
              <a:defRPr sz="3450" b="1">
                <a:solidFill>
                  <a:srgbClr val="F0F4FA"/>
                </a:solidFill>
                <a:latin typeface="Arial"/>
                <a:ea typeface="Arial"/>
                <a:cs typeface="Arial"/>
              </a:defRPr>
            </a:lvl5pPr>
            <a:lvl6pPr algn="l">
              <a:buNone/>
              <a:defRPr sz="3450" b="1">
                <a:solidFill>
                  <a:srgbClr val="F0F4FA"/>
                </a:solidFill>
                <a:latin typeface="Arial"/>
                <a:ea typeface="Arial"/>
                <a:cs typeface="Arial"/>
              </a:defRPr>
            </a:lvl6pPr>
            <a:lvl7pPr algn="l">
              <a:buNone/>
              <a:defRPr sz="3450" b="1">
                <a:solidFill>
                  <a:srgbClr val="F0F4FA"/>
                </a:solidFill>
                <a:latin typeface="Arial"/>
                <a:ea typeface="Arial"/>
                <a:cs typeface="Arial"/>
              </a:defRPr>
            </a:lvl7pPr>
            <a:lvl8pPr algn="l">
              <a:buNone/>
              <a:defRPr sz="3450" b="1">
                <a:solidFill>
                  <a:srgbClr val="F0F4FA"/>
                </a:solidFill>
                <a:latin typeface="Arial"/>
                <a:ea typeface="Arial"/>
                <a:cs typeface="Arial"/>
              </a:defRPr>
            </a:lvl8pPr>
            <a:lvl9pPr algn="l">
              <a:buNone/>
              <a:defRPr sz="3450" b="1">
                <a:solidFill>
                  <a:srgbClr val="F0F4FA"/>
                </a:solidFill>
                <a:latin typeface="Arial"/>
                <a:ea typeface="Arial"/>
                <a:cs typeface="Arial"/>
              </a:defRPr>
            </a:lvl9pPr>
          </a:lstStyle>
          <a:p>
            <a:pPr algn="l">
              <a:lnSpc>
                <a:spcPct val="108000"/>
              </a:lnSpc>
              <a:buNone/>
              <a:defRPr sz="3450" b="1">
                <a:solidFill>
                  <a:srgbClr val="F0F4FA"/>
                </a:solidFill>
                <a:latin typeface="Arial"/>
                <a:ea typeface="Arial"/>
                <a:cs typeface="Arial"/>
              </a:defRPr>
            </a:pPr>
            <a:r>
              <a:rPr sz="3450" b="1">
                <a:solidFill>
                  <a:srgbClr val="F0F4FA"/>
                </a:solidFill>
                <a:latin typeface="Arial"/>
                <a:ea typeface="Arial"/>
                <a:cs typeface="Arial"/>
              </a:rPr>
              <a:t>Play with AI has two move paths</a:t>
            </a:r>
          </a:p>
        </p:txBody>
      </p:sp>
      <p:sp>
        <p:nvSpPr>
          <p:cNvPr id="2" name="Rectangle 1">
            <a:extLst>
              <a:ext uri="{FF2B5EF4-FFF2-40B4-BE49-F238E27FC236}">
                <a16:creationId xmlns:a16="http://schemas.microsoft.com/office/drawing/2014/main" id="{F5260608-D03B-402D-91FE-4F528D0AE9E1}"/>
              </a:ext>
            </a:extLst>
          </p:cNvPr>
          <p:cNvSpPr>
            <a:spLocks noGrp="1"/>
          </p:cNvSpPr>
          <p:nvPr/>
        </p:nvSpPr>
        <p:spPr>
          <a:xfrm>
            <a:off x="609600" y="1143000"/>
            <a:ext cx="685800" cy="38100"/>
          </a:xfrm>
          <a:prstGeom prst="rect">
            <a:avLst/>
          </a:prstGeom>
          <a:solidFill>
            <a:srgbClr val="5BB1FF"/>
          </a:solidFill>
          <a:ln w="0">
            <a:noFill/>
            <a:prstDash val="solid"/>
          </a:ln>
        </p:spPr>
      </p:sp>
      <p:sp>
        <p:nvSpPr>
          <p:cNvPr id="3" name="Rectangle 2">
            <a:extLst>
              <a:ext uri="{FF2B5EF4-FFF2-40B4-BE49-F238E27FC236}">
                <a16:creationId xmlns:a16="http://schemas.microsoft.com/office/drawing/2014/main" id="{A3A93B27-46B3-4E44-9172-DE58CED4FAD1}"/>
              </a:ext>
            </a:extLst>
          </p:cNvPr>
          <p:cNvSpPr>
            <a:spLocks noGrp="1"/>
          </p:cNvSpPr>
          <p:nvPr/>
        </p:nvSpPr>
        <p:spPr>
          <a:xfrm>
            <a:off x="11468100" y="6400800"/>
            <a:ext cx="342900" cy="209550"/>
          </a:xfrm>
          <a:prstGeom prst="rect">
            <a:avLst/>
          </a:prstGeom>
          <a:noFill/>
          <a:ln w="0">
            <a:noFill/>
            <a:prstDash val="solid"/>
          </a:ln>
        </p:spPr>
        <p:txBody>
          <a:bodyPr wrap="square" lIns="0" tIns="0" rIns="0" bIns="0" anchor="t">
            <a:normAutofit/>
          </a:bodyPr>
          <a:lstStyle>
            <a:defPPr algn="r">
              <a:defRPr sz="1200" b="0">
                <a:solidFill>
                  <a:srgbClr val="AFBBCB"/>
                </a:solidFill>
                <a:latin typeface="Arial"/>
                <a:ea typeface="Arial"/>
                <a:cs typeface="Arial"/>
              </a:defRPr>
            </a:defPPr>
            <a:lvl1pPr algn="r">
              <a:buNone/>
              <a:defRPr sz="1200" b="0">
                <a:solidFill>
                  <a:srgbClr val="AFBBCB"/>
                </a:solidFill>
                <a:latin typeface="Arial"/>
                <a:ea typeface="Arial"/>
                <a:cs typeface="Arial"/>
              </a:defRPr>
            </a:lvl1pPr>
            <a:lvl2pPr algn="r">
              <a:buNone/>
              <a:defRPr sz="1200" b="0">
                <a:solidFill>
                  <a:srgbClr val="AFBBCB"/>
                </a:solidFill>
                <a:latin typeface="Arial"/>
                <a:ea typeface="Arial"/>
                <a:cs typeface="Arial"/>
              </a:defRPr>
            </a:lvl2pPr>
            <a:lvl3pPr algn="r">
              <a:buNone/>
              <a:defRPr sz="1200" b="0">
                <a:solidFill>
                  <a:srgbClr val="AFBBCB"/>
                </a:solidFill>
                <a:latin typeface="Arial"/>
                <a:ea typeface="Arial"/>
                <a:cs typeface="Arial"/>
              </a:defRPr>
            </a:lvl3pPr>
            <a:lvl4pPr algn="r">
              <a:buNone/>
              <a:defRPr sz="1200" b="0">
                <a:solidFill>
                  <a:srgbClr val="AFBBCB"/>
                </a:solidFill>
                <a:latin typeface="Arial"/>
                <a:ea typeface="Arial"/>
                <a:cs typeface="Arial"/>
              </a:defRPr>
            </a:lvl4pPr>
            <a:lvl5pPr algn="r">
              <a:buNone/>
              <a:defRPr sz="1200" b="0">
                <a:solidFill>
                  <a:srgbClr val="AFBBCB"/>
                </a:solidFill>
                <a:latin typeface="Arial"/>
                <a:ea typeface="Arial"/>
                <a:cs typeface="Arial"/>
              </a:defRPr>
            </a:lvl5pPr>
            <a:lvl6pPr algn="r">
              <a:buNone/>
              <a:defRPr sz="1200" b="0">
                <a:solidFill>
                  <a:srgbClr val="AFBBCB"/>
                </a:solidFill>
                <a:latin typeface="Arial"/>
                <a:ea typeface="Arial"/>
                <a:cs typeface="Arial"/>
              </a:defRPr>
            </a:lvl6pPr>
            <a:lvl7pPr algn="r">
              <a:buNone/>
              <a:defRPr sz="1200" b="0">
                <a:solidFill>
                  <a:srgbClr val="AFBBCB"/>
                </a:solidFill>
                <a:latin typeface="Arial"/>
                <a:ea typeface="Arial"/>
                <a:cs typeface="Arial"/>
              </a:defRPr>
            </a:lvl7pPr>
            <a:lvl8pPr algn="r">
              <a:buNone/>
              <a:defRPr sz="1200" b="0">
                <a:solidFill>
                  <a:srgbClr val="AFBBCB"/>
                </a:solidFill>
                <a:latin typeface="Arial"/>
                <a:ea typeface="Arial"/>
                <a:cs typeface="Arial"/>
              </a:defRPr>
            </a:lvl8pPr>
            <a:lvl9pPr algn="r">
              <a:buNone/>
              <a:defRPr sz="1200" b="0">
                <a:solidFill>
                  <a:srgbClr val="AFBBCB"/>
                </a:solidFill>
                <a:latin typeface="Arial"/>
                <a:ea typeface="Arial"/>
                <a:cs typeface="Arial"/>
              </a:defRPr>
            </a:lvl9pPr>
          </a:lstStyle>
          <a:p>
            <a:pPr algn="r">
              <a:lnSpc>
                <a:spcPct val="108000"/>
              </a:lnSpc>
              <a:buNone/>
              <a:defRPr sz="1200" b="0">
                <a:solidFill>
                  <a:srgbClr val="AFBBCB"/>
                </a:solidFill>
                <a:latin typeface="Arial"/>
                <a:ea typeface="Arial"/>
                <a:cs typeface="Arial"/>
              </a:defRPr>
            </a:pPr>
            <a:r>
              <a:rPr sz="1200" b="0">
                <a:solidFill>
                  <a:srgbClr val="AFBBCB"/>
                </a:solidFill>
                <a:latin typeface="Arial"/>
                <a:ea typeface="Arial"/>
                <a:cs typeface="Arial"/>
              </a:rPr>
              <a:t>08</a:t>
            </a:r>
          </a:p>
        </p:txBody>
      </p:sp>
      <p:sp>
        <p:nvSpPr>
          <p:cNvPr id="4" name="Rectangle 3">
            <a:extLst>
              <a:ext uri="{FF2B5EF4-FFF2-40B4-BE49-F238E27FC236}">
                <a16:creationId xmlns:a16="http://schemas.microsoft.com/office/drawing/2014/main" id="{790B567B-8EDE-41E0-AFFB-A7384386ACDB}"/>
              </a:ext>
            </a:extLst>
          </p:cNvPr>
          <p:cNvSpPr>
            <a:spLocks noGrp="1"/>
          </p:cNvSpPr>
          <p:nvPr/>
        </p:nvSpPr>
        <p:spPr>
          <a:xfrm>
            <a:off x="647700" y="1581150"/>
            <a:ext cx="4095750" cy="361950"/>
          </a:xfrm>
          <a:prstGeom prst="rect">
            <a:avLst/>
          </a:prstGeom>
          <a:noFill/>
          <a:ln w="0">
            <a:noFill/>
            <a:prstDash val="solid"/>
          </a:ln>
        </p:spPr>
        <p:txBody>
          <a:bodyPr wrap="square" lIns="0" tIns="0" rIns="0" bIns="0" anchor="t">
            <a:normAutofit/>
          </a:bodyPr>
          <a:lstStyle>
            <a:defPPr algn="l">
              <a:defRPr sz="1950" b="1">
                <a:solidFill>
                  <a:srgbClr val="5BB1FF"/>
                </a:solidFill>
                <a:latin typeface="Arial"/>
                <a:ea typeface="Arial"/>
                <a:cs typeface="Arial"/>
              </a:defRPr>
            </a:defPPr>
            <a:lvl1pPr algn="l">
              <a:buNone/>
              <a:defRPr sz="1950" b="1">
                <a:solidFill>
                  <a:srgbClr val="5BB1FF"/>
                </a:solidFill>
                <a:latin typeface="Arial"/>
                <a:ea typeface="Arial"/>
                <a:cs typeface="Arial"/>
              </a:defRPr>
            </a:lvl1pPr>
            <a:lvl2pPr algn="l">
              <a:buNone/>
              <a:defRPr sz="1950" b="1">
                <a:solidFill>
                  <a:srgbClr val="5BB1FF"/>
                </a:solidFill>
                <a:latin typeface="Arial"/>
                <a:ea typeface="Arial"/>
                <a:cs typeface="Arial"/>
              </a:defRPr>
            </a:lvl2pPr>
            <a:lvl3pPr algn="l">
              <a:buNone/>
              <a:defRPr sz="1950" b="1">
                <a:solidFill>
                  <a:srgbClr val="5BB1FF"/>
                </a:solidFill>
                <a:latin typeface="Arial"/>
                <a:ea typeface="Arial"/>
                <a:cs typeface="Arial"/>
              </a:defRPr>
            </a:lvl3pPr>
            <a:lvl4pPr algn="l">
              <a:buNone/>
              <a:defRPr sz="1950" b="1">
                <a:solidFill>
                  <a:srgbClr val="5BB1FF"/>
                </a:solidFill>
                <a:latin typeface="Arial"/>
                <a:ea typeface="Arial"/>
                <a:cs typeface="Arial"/>
              </a:defRPr>
            </a:lvl4pPr>
            <a:lvl5pPr algn="l">
              <a:buNone/>
              <a:defRPr sz="1950" b="1">
                <a:solidFill>
                  <a:srgbClr val="5BB1FF"/>
                </a:solidFill>
                <a:latin typeface="Arial"/>
                <a:ea typeface="Arial"/>
                <a:cs typeface="Arial"/>
              </a:defRPr>
            </a:lvl5pPr>
            <a:lvl6pPr algn="l">
              <a:buNone/>
              <a:defRPr sz="1950" b="1">
                <a:solidFill>
                  <a:srgbClr val="5BB1FF"/>
                </a:solidFill>
                <a:latin typeface="Arial"/>
                <a:ea typeface="Arial"/>
                <a:cs typeface="Arial"/>
              </a:defRPr>
            </a:lvl6pPr>
            <a:lvl7pPr algn="l">
              <a:buNone/>
              <a:defRPr sz="1950" b="1">
                <a:solidFill>
                  <a:srgbClr val="5BB1FF"/>
                </a:solidFill>
                <a:latin typeface="Arial"/>
                <a:ea typeface="Arial"/>
                <a:cs typeface="Arial"/>
              </a:defRPr>
            </a:lvl7pPr>
            <a:lvl8pPr algn="l">
              <a:buNone/>
              <a:defRPr sz="1950" b="1">
                <a:solidFill>
                  <a:srgbClr val="5BB1FF"/>
                </a:solidFill>
                <a:latin typeface="Arial"/>
                <a:ea typeface="Arial"/>
                <a:cs typeface="Arial"/>
              </a:defRPr>
            </a:lvl8pPr>
            <a:lvl9pPr algn="l">
              <a:buNone/>
              <a:defRPr sz="1950" b="1">
                <a:solidFill>
                  <a:srgbClr val="5BB1FF"/>
                </a:solidFill>
                <a:latin typeface="Arial"/>
                <a:ea typeface="Arial"/>
                <a:cs typeface="Arial"/>
              </a:defRPr>
            </a:lvl9pPr>
          </a:lstStyle>
          <a:p>
            <a:pPr algn="l">
              <a:lnSpc>
                <a:spcPct val="108000"/>
              </a:lnSpc>
              <a:buNone/>
              <a:defRPr sz="1950" b="1">
                <a:solidFill>
                  <a:srgbClr val="5BB1FF"/>
                </a:solidFill>
                <a:latin typeface="Arial"/>
                <a:ea typeface="Arial"/>
                <a:cs typeface="Arial"/>
              </a:defRPr>
            </a:pPr>
            <a:r>
              <a:rPr sz="1950" b="1">
                <a:solidFill>
                  <a:srgbClr val="5BB1FF"/>
                </a:solidFill>
                <a:latin typeface="Arial"/>
                <a:ea typeface="Arial"/>
                <a:cs typeface="Arial"/>
              </a:rPr>
              <a:t>Manual play</a:t>
            </a:r>
          </a:p>
        </p:txBody>
      </p:sp>
      <p:sp>
        <p:nvSpPr>
          <p:cNvPr id="5" name="Rectangle 4">
            <a:extLst>
              <a:ext uri="{FF2B5EF4-FFF2-40B4-BE49-F238E27FC236}">
                <a16:creationId xmlns:a16="http://schemas.microsoft.com/office/drawing/2014/main" id="{D4B65AC0-87D6-4349-9CC5-65A98B25DF9A}"/>
              </a:ext>
            </a:extLst>
          </p:cNvPr>
          <p:cNvSpPr>
            <a:spLocks noGrp="1"/>
          </p:cNvSpPr>
          <p:nvPr/>
        </p:nvSpPr>
        <p:spPr>
          <a:xfrm>
            <a:off x="647700" y="2009775"/>
            <a:ext cx="4191000" cy="685800"/>
          </a:xfrm>
          <a:prstGeom prst="rect">
            <a:avLst/>
          </a:prstGeom>
          <a:noFill/>
          <a:ln w="0">
            <a:noFill/>
            <a:prstDash val="solid"/>
          </a:ln>
        </p:spPr>
        <p:txBody>
          <a:bodyPr wrap="square" lIns="0" tIns="0" rIns="0" bIns="0" anchor="t">
            <a:normAutofit/>
          </a:bodyPr>
          <a:lstStyle>
            <a:defPPr algn="l">
              <a:defRPr sz="1650" b="0">
                <a:solidFill>
                  <a:srgbClr val="AFBBCB"/>
                </a:solidFill>
                <a:latin typeface="Arial"/>
                <a:ea typeface="Arial"/>
                <a:cs typeface="Arial"/>
              </a:defRPr>
            </a:defPPr>
            <a:lvl1pPr algn="l">
              <a:buNone/>
              <a:defRPr sz="1650" b="0">
                <a:solidFill>
                  <a:srgbClr val="AFBBCB"/>
                </a:solidFill>
                <a:latin typeface="Arial"/>
                <a:ea typeface="Arial"/>
                <a:cs typeface="Arial"/>
              </a:defRPr>
            </a:lvl1pPr>
            <a:lvl2pPr algn="l">
              <a:buNone/>
              <a:defRPr sz="1650" b="0">
                <a:solidFill>
                  <a:srgbClr val="AFBBCB"/>
                </a:solidFill>
                <a:latin typeface="Arial"/>
                <a:ea typeface="Arial"/>
                <a:cs typeface="Arial"/>
              </a:defRPr>
            </a:lvl2pPr>
            <a:lvl3pPr algn="l">
              <a:buNone/>
              <a:defRPr sz="1650" b="0">
                <a:solidFill>
                  <a:srgbClr val="AFBBCB"/>
                </a:solidFill>
                <a:latin typeface="Arial"/>
                <a:ea typeface="Arial"/>
                <a:cs typeface="Arial"/>
              </a:defRPr>
            </a:lvl3pPr>
            <a:lvl4pPr algn="l">
              <a:buNone/>
              <a:defRPr sz="1650" b="0">
                <a:solidFill>
                  <a:srgbClr val="AFBBCB"/>
                </a:solidFill>
                <a:latin typeface="Arial"/>
                <a:ea typeface="Arial"/>
                <a:cs typeface="Arial"/>
              </a:defRPr>
            </a:lvl4pPr>
            <a:lvl5pPr algn="l">
              <a:buNone/>
              <a:defRPr sz="1650" b="0">
                <a:solidFill>
                  <a:srgbClr val="AFBBCB"/>
                </a:solidFill>
                <a:latin typeface="Arial"/>
                <a:ea typeface="Arial"/>
                <a:cs typeface="Arial"/>
              </a:defRPr>
            </a:lvl5pPr>
            <a:lvl6pPr algn="l">
              <a:buNone/>
              <a:defRPr sz="1650" b="0">
                <a:solidFill>
                  <a:srgbClr val="AFBBCB"/>
                </a:solidFill>
                <a:latin typeface="Arial"/>
                <a:ea typeface="Arial"/>
                <a:cs typeface="Arial"/>
              </a:defRPr>
            </a:lvl6pPr>
            <a:lvl7pPr algn="l">
              <a:buNone/>
              <a:defRPr sz="1650" b="0">
                <a:solidFill>
                  <a:srgbClr val="AFBBCB"/>
                </a:solidFill>
                <a:latin typeface="Arial"/>
                <a:ea typeface="Arial"/>
                <a:cs typeface="Arial"/>
              </a:defRPr>
            </a:lvl7pPr>
            <a:lvl8pPr algn="l">
              <a:buNone/>
              <a:defRPr sz="1650" b="0">
                <a:solidFill>
                  <a:srgbClr val="AFBBCB"/>
                </a:solidFill>
                <a:latin typeface="Arial"/>
                <a:ea typeface="Arial"/>
                <a:cs typeface="Arial"/>
              </a:defRPr>
            </a:lvl8pPr>
            <a:lvl9pPr algn="l">
              <a:buNone/>
              <a:defRPr sz="1650" b="0">
                <a:solidFill>
                  <a:srgbClr val="AFBBCB"/>
                </a:solidFill>
                <a:latin typeface="Arial"/>
                <a:ea typeface="Arial"/>
                <a:cs typeface="Arial"/>
              </a:defRPr>
            </a:lvl9pPr>
          </a:lstStyle>
          <a:p>
            <a:pPr algn="l">
              <a:lnSpc>
                <a:spcPct val="108000"/>
              </a:lnSpc>
              <a:buNone/>
              <a:defRPr sz="1650" b="0">
                <a:solidFill>
                  <a:srgbClr val="AFBBCB"/>
                </a:solidFill>
                <a:latin typeface="Arial"/>
                <a:ea typeface="Arial"/>
                <a:cs typeface="Arial"/>
              </a:defRPr>
            </a:pPr>
            <a:r>
              <a:rPr sz="1650" b="0">
                <a:solidFill>
                  <a:srgbClr val="AFBBCB"/>
                </a:solidFill>
                <a:latin typeface="Arial"/>
                <a:ea typeface="Arial"/>
                <a:cs typeface="Arial"/>
              </a:rPr>
              <a:t>Click a piece, then a legal destination. Stockfish replies.</a:t>
            </a:r>
          </a:p>
        </p:txBody>
      </p:sp>
      <p:sp>
        <p:nvSpPr>
          <p:cNvPr id="6" name="Rectangle 5">
            <a:extLst>
              <a:ext uri="{FF2B5EF4-FFF2-40B4-BE49-F238E27FC236}">
                <a16:creationId xmlns:a16="http://schemas.microsoft.com/office/drawing/2014/main" id="{B818290E-B516-4CE9-A664-AA1955F110DE}"/>
              </a:ext>
            </a:extLst>
          </p:cNvPr>
          <p:cNvSpPr>
            <a:spLocks noGrp="1"/>
          </p:cNvSpPr>
          <p:nvPr/>
        </p:nvSpPr>
        <p:spPr>
          <a:xfrm>
            <a:off x="647700" y="3076575"/>
            <a:ext cx="4095750" cy="361950"/>
          </a:xfrm>
          <a:prstGeom prst="rect">
            <a:avLst/>
          </a:prstGeom>
          <a:noFill/>
          <a:ln w="0">
            <a:noFill/>
            <a:prstDash val="solid"/>
          </a:ln>
        </p:spPr>
        <p:txBody>
          <a:bodyPr wrap="square" lIns="0" tIns="0" rIns="0" bIns="0" anchor="t">
            <a:normAutofit/>
          </a:bodyPr>
          <a:lstStyle>
            <a:defPPr algn="l">
              <a:defRPr sz="1950" b="1">
                <a:solidFill>
                  <a:srgbClr val="FFC658"/>
                </a:solidFill>
                <a:latin typeface="Arial"/>
                <a:ea typeface="Arial"/>
                <a:cs typeface="Arial"/>
              </a:defRPr>
            </a:defPPr>
            <a:lvl1pPr algn="l">
              <a:buNone/>
              <a:defRPr sz="1950" b="1">
                <a:solidFill>
                  <a:srgbClr val="FFC658"/>
                </a:solidFill>
                <a:latin typeface="Arial"/>
                <a:ea typeface="Arial"/>
                <a:cs typeface="Arial"/>
              </a:defRPr>
            </a:lvl1pPr>
            <a:lvl2pPr algn="l">
              <a:buNone/>
              <a:defRPr sz="1950" b="1">
                <a:solidFill>
                  <a:srgbClr val="FFC658"/>
                </a:solidFill>
                <a:latin typeface="Arial"/>
                <a:ea typeface="Arial"/>
                <a:cs typeface="Arial"/>
              </a:defRPr>
            </a:lvl2pPr>
            <a:lvl3pPr algn="l">
              <a:buNone/>
              <a:defRPr sz="1950" b="1">
                <a:solidFill>
                  <a:srgbClr val="FFC658"/>
                </a:solidFill>
                <a:latin typeface="Arial"/>
                <a:ea typeface="Arial"/>
                <a:cs typeface="Arial"/>
              </a:defRPr>
            </a:lvl3pPr>
            <a:lvl4pPr algn="l">
              <a:buNone/>
              <a:defRPr sz="1950" b="1">
                <a:solidFill>
                  <a:srgbClr val="FFC658"/>
                </a:solidFill>
                <a:latin typeface="Arial"/>
                <a:ea typeface="Arial"/>
                <a:cs typeface="Arial"/>
              </a:defRPr>
            </a:lvl4pPr>
            <a:lvl5pPr algn="l">
              <a:buNone/>
              <a:defRPr sz="1950" b="1">
                <a:solidFill>
                  <a:srgbClr val="FFC658"/>
                </a:solidFill>
                <a:latin typeface="Arial"/>
                <a:ea typeface="Arial"/>
                <a:cs typeface="Arial"/>
              </a:defRPr>
            </a:lvl5pPr>
            <a:lvl6pPr algn="l">
              <a:buNone/>
              <a:defRPr sz="1950" b="1">
                <a:solidFill>
                  <a:srgbClr val="FFC658"/>
                </a:solidFill>
                <a:latin typeface="Arial"/>
                <a:ea typeface="Arial"/>
                <a:cs typeface="Arial"/>
              </a:defRPr>
            </a:lvl6pPr>
            <a:lvl7pPr algn="l">
              <a:buNone/>
              <a:defRPr sz="1950" b="1">
                <a:solidFill>
                  <a:srgbClr val="FFC658"/>
                </a:solidFill>
                <a:latin typeface="Arial"/>
                <a:ea typeface="Arial"/>
                <a:cs typeface="Arial"/>
              </a:defRPr>
            </a:lvl7pPr>
            <a:lvl8pPr algn="l">
              <a:buNone/>
              <a:defRPr sz="1950" b="1">
                <a:solidFill>
                  <a:srgbClr val="FFC658"/>
                </a:solidFill>
                <a:latin typeface="Arial"/>
                <a:ea typeface="Arial"/>
                <a:cs typeface="Arial"/>
              </a:defRPr>
            </a:lvl8pPr>
            <a:lvl9pPr algn="l">
              <a:buNone/>
              <a:defRPr sz="1950" b="1">
                <a:solidFill>
                  <a:srgbClr val="FFC658"/>
                </a:solidFill>
                <a:latin typeface="Arial"/>
                <a:ea typeface="Arial"/>
                <a:cs typeface="Arial"/>
              </a:defRPr>
            </a:lvl9pPr>
          </a:lstStyle>
          <a:p>
            <a:pPr algn="l">
              <a:lnSpc>
                <a:spcPct val="108000"/>
              </a:lnSpc>
              <a:buNone/>
              <a:defRPr sz="1950" b="1">
                <a:solidFill>
                  <a:srgbClr val="FFC658"/>
                </a:solidFill>
                <a:latin typeface="Arial"/>
                <a:ea typeface="Arial"/>
                <a:cs typeface="Arial"/>
              </a:defRPr>
            </a:pPr>
            <a:r>
              <a:rPr sz="1950" b="1">
                <a:solidFill>
                  <a:srgbClr val="FFC658"/>
                </a:solidFill>
                <a:latin typeface="Arial"/>
                <a:ea typeface="Arial"/>
                <a:cs typeface="Arial"/>
              </a:rPr>
              <a:t>Minimax move</a:t>
            </a:r>
          </a:p>
        </p:txBody>
      </p:sp>
      <p:sp>
        <p:nvSpPr>
          <p:cNvPr id="7" name="Rectangle 6">
            <a:extLst>
              <a:ext uri="{FF2B5EF4-FFF2-40B4-BE49-F238E27FC236}">
                <a16:creationId xmlns:a16="http://schemas.microsoft.com/office/drawing/2014/main" id="{1F42D5E1-5B05-42AC-9FDC-C235325086CE}"/>
              </a:ext>
            </a:extLst>
          </p:cNvPr>
          <p:cNvSpPr>
            <a:spLocks noGrp="1"/>
          </p:cNvSpPr>
          <p:nvPr/>
        </p:nvSpPr>
        <p:spPr>
          <a:xfrm>
            <a:off x="647700" y="3514725"/>
            <a:ext cx="4333875" cy="1352550"/>
          </a:xfrm>
          <a:prstGeom prst="rect">
            <a:avLst/>
          </a:prstGeom>
          <a:noFill/>
          <a:ln w="0">
            <a:noFill/>
            <a:prstDash val="solid"/>
          </a:ln>
        </p:spPr>
        <p:txBody>
          <a:bodyPr wrap="square" lIns="0" tIns="0" rIns="0" bIns="0" anchor="t">
            <a:normAutofit/>
          </a:bodyPr>
          <a:lstStyle>
            <a:defPPr algn="l">
              <a:defRPr sz="1650" b="0">
                <a:solidFill>
                  <a:srgbClr val="AFBBCB"/>
                </a:solidFill>
                <a:latin typeface="Arial"/>
                <a:ea typeface="Arial"/>
                <a:cs typeface="Arial"/>
              </a:defRPr>
            </a:defPPr>
            <a:lvl1pPr algn="l">
              <a:buNone/>
              <a:defRPr sz="1650" b="0">
                <a:solidFill>
                  <a:srgbClr val="AFBBCB"/>
                </a:solidFill>
                <a:latin typeface="Arial"/>
                <a:ea typeface="Arial"/>
                <a:cs typeface="Arial"/>
              </a:defRPr>
            </a:lvl1pPr>
            <a:lvl2pPr algn="l">
              <a:buNone/>
              <a:defRPr sz="1650" b="0">
                <a:solidFill>
                  <a:srgbClr val="AFBBCB"/>
                </a:solidFill>
                <a:latin typeface="Arial"/>
                <a:ea typeface="Arial"/>
                <a:cs typeface="Arial"/>
              </a:defRPr>
            </a:lvl2pPr>
            <a:lvl3pPr algn="l">
              <a:buNone/>
              <a:defRPr sz="1650" b="0">
                <a:solidFill>
                  <a:srgbClr val="AFBBCB"/>
                </a:solidFill>
                <a:latin typeface="Arial"/>
                <a:ea typeface="Arial"/>
                <a:cs typeface="Arial"/>
              </a:defRPr>
            </a:lvl3pPr>
            <a:lvl4pPr algn="l">
              <a:buNone/>
              <a:defRPr sz="1650" b="0">
                <a:solidFill>
                  <a:srgbClr val="AFBBCB"/>
                </a:solidFill>
                <a:latin typeface="Arial"/>
                <a:ea typeface="Arial"/>
                <a:cs typeface="Arial"/>
              </a:defRPr>
            </a:lvl4pPr>
            <a:lvl5pPr algn="l">
              <a:buNone/>
              <a:defRPr sz="1650" b="0">
                <a:solidFill>
                  <a:srgbClr val="AFBBCB"/>
                </a:solidFill>
                <a:latin typeface="Arial"/>
                <a:ea typeface="Arial"/>
                <a:cs typeface="Arial"/>
              </a:defRPr>
            </a:lvl5pPr>
            <a:lvl6pPr algn="l">
              <a:buNone/>
              <a:defRPr sz="1650" b="0">
                <a:solidFill>
                  <a:srgbClr val="AFBBCB"/>
                </a:solidFill>
                <a:latin typeface="Arial"/>
                <a:ea typeface="Arial"/>
                <a:cs typeface="Arial"/>
              </a:defRPr>
            </a:lvl6pPr>
            <a:lvl7pPr algn="l">
              <a:buNone/>
              <a:defRPr sz="1650" b="0">
                <a:solidFill>
                  <a:srgbClr val="AFBBCB"/>
                </a:solidFill>
                <a:latin typeface="Arial"/>
                <a:ea typeface="Arial"/>
                <a:cs typeface="Arial"/>
              </a:defRPr>
            </a:lvl7pPr>
            <a:lvl8pPr algn="l">
              <a:buNone/>
              <a:defRPr sz="1650" b="0">
                <a:solidFill>
                  <a:srgbClr val="AFBBCB"/>
                </a:solidFill>
                <a:latin typeface="Arial"/>
                <a:ea typeface="Arial"/>
                <a:cs typeface="Arial"/>
              </a:defRPr>
            </a:lvl8pPr>
            <a:lvl9pPr algn="l">
              <a:buNone/>
              <a:defRPr sz="1650" b="0">
                <a:solidFill>
                  <a:srgbClr val="AFBBCB"/>
                </a:solidFill>
                <a:latin typeface="Arial"/>
                <a:ea typeface="Arial"/>
                <a:cs typeface="Arial"/>
              </a:defRPr>
            </a:lvl9pPr>
          </a:lstStyle>
          <a:p>
            <a:pPr algn="l">
              <a:lnSpc>
                <a:spcPct val="108000"/>
              </a:lnSpc>
              <a:buNone/>
              <a:defRPr sz="1650" b="0">
                <a:solidFill>
                  <a:srgbClr val="AFBBCB"/>
                </a:solidFill>
                <a:latin typeface="Arial"/>
                <a:ea typeface="Arial"/>
                <a:cs typeface="Arial"/>
              </a:defRPr>
            </a:pPr>
            <a:r>
              <a:rPr sz="1650" b="0">
                <a:solidFill>
                  <a:srgbClr val="AFBBCB"/>
                </a:solidFill>
                <a:latin typeface="Arial"/>
                <a:ea typeface="Arial"/>
                <a:cs typeface="Arial"/>
              </a:rPr>
              <a:t>Press Space or use the button. The right panel shows up to ten candidate moves, scores each one, and marks the selected move before playing it.</a:t>
            </a:r>
          </a:p>
        </p:txBody>
      </p:sp>
      <p:sp>
        <p:nvSpPr>
          <p:cNvPr id="8" name="Rectangle 7">
            <a:extLst>
              <a:ext uri="{FF2B5EF4-FFF2-40B4-BE49-F238E27FC236}">
                <a16:creationId xmlns:a16="http://schemas.microsoft.com/office/drawing/2014/main" id="{A0A42C3F-C57B-45AA-9165-47B912583A6F}"/>
              </a:ext>
            </a:extLst>
          </p:cNvPr>
          <p:cNvSpPr>
            <a:spLocks noGrp="1"/>
          </p:cNvSpPr>
          <p:nvPr/>
        </p:nvSpPr>
        <p:spPr>
          <a:xfrm>
            <a:off x="647700" y="5238750"/>
            <a:ext cx="4191000" cy="666750"/>
          </a:xfrm>
          <a:prstGeom prst="rect">
            <a:avLst/>
          </a:prstGeom>
          <a:noFill/>
          <a:ln w="0">
            <a:noFill/>
            <a:prstDash val="solid"/>
          </a:ln>
        </p:spPr>
        <p:txBody>
          <a:bodyPr wrap="square" lIns="0" tIns="0" rIns="0" bIns="0" anchor="t">
            <a:normAutofit/>
          </a:bodyPr>
          <a:lstStyle>
            <a:defPPr algn="l">
              <a:defRPr sz="1500" b="0">
                <a:solidFill>
                  <a:srgbClr val="F0F4FA"/>
                </a:solidFill>
                <a:latin typeface="Arial"/>
                <a:ea typeface="Arial"/>
                <a:cs typeface="Arial"/>
              </a:defRPr>
            </a:defPPr>
            <a:lvl1pPr algn="l">
              <a:buNone/>
              <a:defRPr sz="1500" b="0">
                <a:solidFill>
                  <a:srgbClr val="F0F4FA"/>
                </a:solidFill>
                <a:latin typeface="Arial"/>
                <a:ea typeface="Arial"/>
                <a:cs typeface="Arial"/>
              </a:defRPr>
            </a:lvl1pPr>
            <a:lvl2pPr algn="l">
              <a:buNone/>
              <a:defRPr sz="1500" b="0">
                <a:solidFill>
                  <a:srgbClr val="F0F4FA"/>
                </a:solidFill>
                <a:latin typeface="Arial"/>
                <a:ea typeface="Arial"/>
                <a:cs typeface="Arial"/>
              </a:defRPr>
            </a:lvl2pPr>
            <a:lvl3pPr algn="l">
              <a:buNone/>
              <a:defRPr sz="1500" b="0">
                <a:solidFill>
                  <a:srgbClr val="F0F4FA"/>
                </a:solidFill>
                <a:latin typeface="Arial"/>
                <a:ea typeface="Arial"/>
                <a:cs typeface="Arial"/>
              </a:defRPr>
            </a:lvl3pPr>
            <a:lvl4pPr algn="l">
              <a:buNone/>
              <a:defRPr sz="1500" b="0">
                <a:solidFill>
                  <a:srgbClr val="F0F4FA"/>
                </a:solidFill>
                <a:latin typeface="Arial"/>
                <a:ea typeface="Arial"/>
                <a:cs typeface="Arial"/>
              </a:defRPr>
            </a:lvl4pPr>
            <a:lvl5pPr algn="l">
              <a:buNone/>
              <a:defRPr sz="1500" b="0">
                <a:solidFill>
                  <a:srgbClr val="F0F4FA"/>
                </a:solidFill>
                <a:latin typeface="Arial"/>
                <a:ea typeface="Arial"/>
                <a:cs typeface="Arial"/>
              </a:defRPr>
            </a:lvl5pPr>
            <a:lvl6pPr algn="l">
              <a:buNone/>
              <a:defRPr sz="1500" b="0">
                <a:solidFill>
                  <a:srgbClr val="F0F4FA"/>
                </a:solidFill>
                <a:latin typeface="Arial"/>
                <a:ea typeface="Arial"/>
                <a:cs typeface="Arial"/>
              </a:defRPr>
            </a:lvl6pPr>
            <a:lvl7pPr algn="l">
              <a:buNone/>
              <a:defRPr sz="1500" b="0">
                <a:solidFill>
                  <a:srgbClr val="F0F4FA"/>
                </a:solidFill>
                <a:latin typeface="Arial"/>
                <a:ea typeface="Arial"/>
                <a:cs typeface="Arial"/>
              </a:defRPr>
            </a:lvl7pPr>
            <a:lvl8pPr algn="l">
              <a:buNone/>
              <a:defRPr sz="1500" b="0">
                <a:solidFill>
                  <a:srgbClr val="F0F4FA"/>
                </a:solidFill>
                <a:latin typeface="Arial"/>
                <a:ea typeface="Arial"/>
                <a:cs typeface="Arial"/>
              </a:defRPr>
            </a:lvl8pPr>
            <a:lvl9pPr algn="l">
              <a:buNone/>
              <a:defRPr sz="1500" b="0">
                <a:solidFill>
                  <a:srgbClr val="F0F4FA"/>
                </a:solidFill>
                <a:latin typeface="Arial"/>
                <a:ea typeface="Arial"/>
                <a:cs typeface="Arial"/>
              </a:defRPr>
            </a:lvl9pPr>
          </a:lstStyle>
          <a:p>
            <a:pPr algn="l">
              <a:lnSpc>
                <a:spcPct val="108000"/>
              </a:lnSpc>
              <a:buNone/>
              <a:defRPr sz="1500" b="0">
                <a:solidFill>
                  <a:srgbClr val="F0F4FA"/>
                </a:solidFill>
                <a:latin typeface="Arial"/>
                <a:ea typeface="Arial"/>
                <a:cs typeface="Arial"/>
              </a:defRPr>
            </a:pPr>
            <a:r>
              <a:rPr sz="1500" b="0">
                <a:solidFill>
                  <a:srgbClr val="F0F4FA"/>
                </a:solidFill>
                <a:latin typeface="Arial"/>
                <a:ea typeface="Arial"/>
                <a:cs typeface="Arial"/>
              </a:rPr>
              <a:t>The board and move history remain visible while the candidate diagram is reviewed.</a:t>
            </a:r>
          </a:p>
        </p:txBody>
      </p:sp>
      <p:pic>
        <p:nvPicPr>
          <p:cNvPr id="9" name="Picture 8">
            <a:extLst>
              <a:ext uri="{FF2B5EF4-FFF2-40B4-BE49-F238E27FC236}">
                <a16:creationId xmlns:a16="http://schemas.microsoft.com/office/drawing/2014/main" id="{5BFD3FDC-CF3D-4B6B-A667-F3BD35669854}"/>
              </a:ext>
            </a:extLst>
          </p:cNvPr>
          <p:cNvPicPr>
            <a:picLocks noChangeAspect="1"/>
          </p:cNvPicPr>
          <p:nvPr/>
        </p:nvPicPr>
        <p:blipFill>
          <a:blip r:embed="rId3"/>
          <a:stretch/>
        </p:blipFill>
        <p:spPr>
          <a:xfrm>
            <a:off x="5383530" y="1676400"/>
            <a:ext cx="6187440" cy="3867150"/>
          </a:xfrm>
          <a:prstGeom prst="rect">
            <a:avLst/>
          </a:prstGeom>
        </p:spPr>
      </p:pic>
    </p:spTree>
    <p:extLst>
      <p:ext uri="{BB962C8B-B14F-4D97-AF65-F5344CB8AC3E}">
        <p14:creationId xmlns:p14="http://schemas.microsoft.com/office/powerpoint/2010/main" val="1917209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131D"/>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1091A8C-1574-4882-BBE3-41A3C4F02258}"/>
              </a:ext>
            </a:extLst>
          </p:cNvPr>
          <p:cNvSpPr>
            <a:spLocks noGrp="1"/>
          </p:cNvSpPr>
          <p:nvPr/>
        </p:nvSpPr>
        <p:spPr>
          <a:xfrm>
            <a:off x="609600" y="400050"/>
            <a:ext cx="10810875" cy="647700"/>
          </a:xfrm>
          <a:prstGeom prst="rect">
            <a:avLst/>
          </a:prstGeom>
          <a:noFill/>
          <a:ln w="0">
            <a:noFill/>
            <a:prstDash val="solid"/>
          </a:ln>
        </p:spPr>
        <p:txBody>
          <a:bodyPr wrap="square" lIns="0" tIns="0" rIns="0" bIns="0" anchor="t">
            <a:normAutofit/>
          </a:bodyPr>
          <a:lstStyle>
            <a:defPPr algn="l">
              <a:defRPr sz="3450" b="1">
                <a:solidFill>
                  <a:srgbClr val="F0F4FA"/>
                </a:solidFill>
                <a:latin typeface="Arial"/>
                <a:ea typeface="Arial"/>
                <a:cs typeface="Arial"/>
              </a:defRPr>
            </a:defPPr>
            <a:lvl1pPr algn="l">
              <a:buNone/>
              <a:defRPr sz="3450" b="1">
                <a:solidFill>
                  <a:srgbClr val="F0F4FA"/>
                </a:solidFill>
                <a:latin typeface="Arial"/>
                <a:ea typeface="Arial"/>
                <a:cs typeface="Arial"/>
              </a:defRPr>
            </a:lvl1pPr>
            <a:lvl2pPr algn="l">
              <a:buNone/>
              <a:defRPr sz="3450" b="1">
                <a:solidFill>
                  <a:srgbClr val="F0F4FA"/>
                </a:solidFill>
                <a:latin typeface="Arial"/>
                <a:ea typeface="Arial"/>
                <a:cs typeface="Arial"/>
              </a:defRPr>
            </a:lvl2pPr>
            <a:lvl3pPr algn="l">
              <a:buNone/>
              <a:defRPr sz="3450" b="1">
                <a:solidFill>
                  <a:srgbClr val="F0F4FA"/>
                </a:solidFill>
                <a:latin typeface="Arial"/>
                <a:ea typeface="Arial"/>
                <a:cs typeface="Arial"/>
              </a:defRPr>
            </a:lvl3pPr>
            <a:lvl4pPr algn="l">
              <a:buNone/>
              <a:defRPr sz="3450" b="1">
                <a:solidFill>
                  <a:srgbClr val="F0F4FA"/>
                </a:solidFill>
                <a:latin typeface="Arial"/>
                <a:ea typeface="Arial"/>
                <a:cs typeface="Arial"/>
              </a:defRPr>
            </a:lvl4pPr>
            <a:lvl5pPr algn="l">
              <a:buNone/>
              <a:defRPr sz="3450" b="1">
                <a:solidFill>
                  <a:srgbClr val="F0F4FA"/>
                </a:solidFill>
                <a:latin typeface="Arial"/>
                <a:ea typeface="Arial"/>
                <a:cs typeface="Arial"/>
              </a:defRPr>
            </a:lvl5pPr>
            <a:lvl6pPr algn="l">
              <a:buNone/>
              <a:defRPr sz="3450" b="1">
                <a:solidFill>
                  <a:srgbClr val="F0F4FA"/>
                </a:solidFill>
                <a:latin typeface="Arial"/>
                <a:ea typeface="Arial"/>
                <a:cs typeface="Arial"/>
              </a:defRPr>
            </a:lvl6pPr>
            <a:lvl7pPr algn="l">
              <a:buNone/>
              <a:defRPr sz="3450" b="1">
                <a:solidFill>
                  <a:srgbClr val="F0F4FA"/>
                </a:solidFill>
                <a:latin typeface="Arial"/>
                <a:ea typeface="Arial"/>
                <a:cs typeface="Arial"/>
              </a:defRPr>
            </a:lvl7pPr>
            <a:lvl8pPr algn="l">
              <a:buNone/>
              <a:defRPr sz="3450" b="1">
                <a:solidFill>
                  <a:srgbClr val="F0F4FA"/>
                </a:solidFill>
                <a:latin typeface="Arial"/>
                <a:ea typeface="Arial"/>
                <a:cs typeface="Arial"/>
              </a:defRPr>
            </a:lvl8pPr>
            <a:lvl9pPr algn="l">
              <a:buNone/>
              <a:defRPr sz="3450" b="1">
                <a:solidFill>
                  <a:srgbClr val="F0F4FA"/>
                </a:solidFill>
                <a:latin typeface="Arial"/>
                <a:ea typeface="Arial"/>
                <a:cs typeface="Arial"/>
              </a:defRPr>
            </a:lvl9pPr>
          </a:lstStyle>
          <a:p>
            <a:pPr algn="l">
              <a:lnSpc>
                <a:spcPct val="108000"/>
              </a:lnSpc>
              <a:buNone/>
              <a:defRPr sz="3450" b="1">
                <a:solidFill>
                  <a:srgbClr val="F0F4FA"/>
                </a:solidFill>
                <a:latin typeface="Arial"/>
                <a:ea typeface="Arial"/>
                <a:cs typeface="Arial"/>
              </a:defRPr>
            </a:pPr>
            <a:r>
              <a:rPr sz="3450" b="1">
                <a:solidFill>
                  <a:srgbClr val="F0F4FA"/>
                </a:solidFill>
                <a:latin typeface="Arial"/>
                <a:ea typeface="Arial"/>
                <a:cs typeface="Arial"/>
              </a:rPr>
              <a:t>Validation and next steps</a:t>
            </a:r>
          </a:p>
        </p:txBody>
      </p:sp>
      <p:sp>
        <p:nvSpPr>
          <p:cNvPr id="2" name="Rectangle 1">
            <a:extLst>
              <a:ext uri="{FF2B5EF4-FFF2-40B4-BE49-F238E27FC236}">
                <a16:creationId xmlns:a16="http://schemas.microsoft.com/office/drawing/2014/main" id="{176517E4-446C-48AE-A072-AC4A640652AE}"/>
              </a:ext>
            </a:extLst>
          </p:cNvPr>
          <p:cNvSpPr>
            <a:spLocks noGrp="1"/>
          </p:cNvSpPr>
          <p:nvPr/>
        </p:nvSpPr>
        <p:spPr>
          <a:xfrm>
            <a:off x="609600" y="1143000"/>
            <a:ext cx="685800" cy="38100"/>
          </a:xfrm>
          <a:prstGeom prst="rect">
            <a:avLst/>
          </a:prstGeom>
          <a:solidFill>
            <a:srgbClr val="5BB1FF"/>
          </a:solidFill>
          <a:ln w="0">
            <a:noFill/>
            <a:prstDash val="solid"/>
          </a:ln>
        </p:spPr>
      </p:sp>
      <p:sp>
        <p:nvSpPr>
          <p:cNvPr id="3" name="Rectangle 2">
            <a:extLst>
              <a:ext uri="{FF2B5EF4-FFF2-40B4-BE49-F238E27FC236}">
                <a16:creationId xmlns:a16="http://schemas.microsoft.com/office/drawing/2014/main" id="{240BE473-134D-4456-911A-14DE7CEA8B18}"/>
              </a:ext>
            </a:extLst>
          </p:cNvPr>
          <p:cNvSpPr>
            <a:spLocks noGrp="1"/>
          </p:cNvSpPr>
          <p:nvPr/>
        </p:nvSpPr>
        <p:spPr>
          <a:xfrm>
            <a:off x="11468100" y="6400800"/>
            <a:ext cx="342900" cy="209550"/>
          </a:xfrm>
          <a:prstGeom prst="rect">
            <a:avLst/>
          </a:prstGeom>
          <a:noFill/>
          <a:ln w="0">
            <a:noFill/>
            <a:prstDash val="solid"/>
          </a:ln>
        </p:spPr>
        <p:txBody>
          <a:bodyPr wrap="square" lIns="0" tIns="0" rIns="0" bIns="0" anchor="t">
            <a:normAutofit/>
          </a:bodyPr>
          <a:lstStyle>
            <a:defPPr algn="r">
              <a:defRPr sz="1200" b="0">
                <a:solidFill>
                  <a:srgbClr val="AFBBCB"/>
                </a:solidFill>
                <a:latin typeface="Arial"/>
                <a:ea typeface="Arial"/>
                <a:cs typeface="Arial"/>
              </a:defRPr>
            </a:defPPr>
            <a:lvl1pPr algn="r">
              <a:buNone/>
              <a:defRPr sz="1200" b="0">
                <a:solidFill>
                  <a:srgbClr val="AFBBCB"/>
                </a:solidFill>
                <a:latin typeface="Arial"/>
                <a:ea typeface="Arial"/>
                <a:cs typeface="Arial"/>
              </a:defRPr>
            </a:lvl1pPr>
            <a:lvl2pPr algn="r">
              <a:buNone/>
              <a:defRPr sz="1200" b="0">
                <a:solidFill>
                  <a:srgbClr val="AFBBCB"/>
                </a:solidFill>
                <a:latin typeface="Arial"/>
                <a:ea typeface="Arial"/>
                <a:cs typeface="Arial"/>
              </a:defRPr>
            </a:lvl2pPr>
            <a:lvl3pPr algn="r">
              <a:buNone/>
              <a:defRPr sz="1200" b="0">
                <a:solidFill>
                  <a:srgbClr val="AFBBCB"/>
                </a:solidFill>
                <a:latin typeface="Arial"/>
                <a:ea typeface="Arial"/>
                <a:cs typeface="Arial"/>
              </a:defRPr>
            </a:lvl3pPr>
            <a:lvl4pPr algn="r">
              <a:buNone/>
              <a:defRPr sz="1200" b="0">
                <a:solidFill>
                  <a:srgbClr val="AFBBCB"/>
                </a:solidFill>
                <a:latin typeface="Arial"/>
                <a:ea typeface="Arial"/>
                <a:cs typeface="Arial"/>
              </a:defRPr>
            </a:lvl4pPr>
            <a:lvl5pPr algn="r">
              <a:buNone/>
              <a:defRPr sz="1200" b="0">
                <a:solidFill>
                  <a:srgbClr val="AFBBCB"/>
                </a:solidFill>
                <a:latin typeface="Arial"/>
                <a:ea typeface="Arial"/>
                <a:cs typeface="Arial"/>
              </a:defRPr>
            </a:lvl5pPr>
            <a:lvl6pPr algn="r">
              <a:buNone/>
              <a:defRPr sz="1200" b="0">
                <a:solidFill>
                  <a:srgbClr val="AFBBCB"/>
                </a:solidFill>
                <a:latin typeface="Arial"/>
                <a:ea typeface="Arial"/>
                <a:cs typeface="Arial"/>
              </a:defRPr>
            </a:lvl6pPr>
            <a:lvl7pPr algn="r">
              <a:buNone/>
              <a:defRPr sz="1200" b="0">
                <a:solidFill>
                  <a:srgbClr val="AFBBCB"/>
                </a:solidFill>
                <a:latin typeface="Arial"/>
                <a:ea typeface="Arial"/>
                <a:cs typeface="Arial"/>
              </a:defRPr>
            </a:lvl7pPr>
            <a:lvl8pPr algn="r">
              <a:buNone/>
              <a:defRPr sz="1200" b="0">
                <a:solidFill>
                  <a:srgbClr val="AFBBCB"/>
                </a:solidFill>
                <a:latin typeface="Arial"/>
                <a:ea typeface="Arial"/>
                <a:cs typeface="Arial"/>
              </a:defRPr>
            </a:lvl8pPr>
            <a:lvl9pPr algn="r">
              <a:buNone/>
              <a:defRPr sz="1200" b="0">
                <a:solidFill>
                  <a:srgbClr val="AFBBCB"/>
                </a:solidFill>
                <a:latin typeface="Arial"/>
                <a:ea typeface="Arial"/>
                <a:cs typeface="Arial"/>
              </a:defRPr>
            </a:lvl9pPr>
          </a:lstStyle>
          <a:p>
            <a:pPr algn="r">
              <a:lnSpc>
                <a:spcPct val="108000"/>
              </a:lnSpc>
              <a:buNone/>
              <a:defRPr sz="1200" b="0">
                <a:solidFill>
                  <a:srgbClr val="AFBBCB"/>
                </a:solidFill>
                <a:latin typeface="Arial"/>
                <a:ea typeface="Arial"/>
                <a:cs typeface="Arial"/>
              </a:defRPr>
            </a:pPr>
            <a:r>
              <a:rPr sz="1200" b="0">
                <a:solidFill>
                  <a:srgbClr val="AFBBCB"/>
                </a:solidFill>
                <a:latin typeface="Arial"/>
                <a:ea typeface="Arial"/>
                <a:cs typeface="Arial"/>
              </a:rPr>
              <a:t>09</a:t>
            </a:r>
          </a:p>
        </p:txBody>
      </p:sp>
      <p:sp>
        <p:nvSpPr>
          <p:cNvPr id="4" name="Rectangle 3">
            <a:extLst>
              <a:ext uri="{FF2B5EF4-FFF2-40B4-BE49-F238E27FC236}">
                <a16:creationId xmlns:a16="http://schemas.microsoft.com/office/drawing/2014/main" id="{31D28839-3AA3-420D-ADFF-3B0823C3F54F}"/>
              </a:ext>
            </a:extLst>
          </p:cNvPr>
          <p:cNvSpPr>
            <a:spLocks noGrp="1"/>
          </p:cNvSpPr>
          <p:nvPr/>
        </p:nvSpPr>
        <p:spPr>
          <a:xfrm>
            <a:off x="666750" y="1524000"/>
            <a:ext cx="4762500" cy="400050"/>
          </a:xfrm>
          <a:prstGeom prst="rect">
            <a:avLst/>
          </a:prstGeom>
          <a:noFill/>
          <a:ln w="0">
            <a:noFill/>
            <a:prstDash val="solid"/>
          </a:ln>
        </p:spPr>
        <p:txBody>
          <a:bodyPr wrap="square" lIns="0" tIns="0" rIns="0" bIns="0" anchor="t">
            <a:normAutofit/>
          </a:bodyPr>
          <a:lstStyle>
            <a:defPPr algn="l">
              <a:defRPr sz="2250" b="1">
                <a:solidFill>
                  <a:srgbClr val="41CF94"/>
                </a:solidFill>
                <a:latin typeface="Arial"/>
                <a:ea typeface="Arial"/>
                <a:cs typeface="Arial"/>
              </a:defRPr>
            </a:defPPr>
            <a:lvl1pPr algn="l">
              <a:buNone/>
              <a:defRPr sz="2250" b="1">
                <a:solidFill>
                  <a:srgbClr val="41CF94"/>
                </a:solidFill>
                <a:latin typeface="Arial"/>
                <a:ea typeface="Arial"/>
                <a:cs typeface="Arial"/>
              </a:defRPr>
            </a:lvl1pPr>
            <a:lvl2pPr algn="l">
              <a:buNone/>
              <a:defRPr sz="2250" b="1">
                <a:solidFill>
                  <a:srgbClr val="41CF94"/>
                </a:solidFill>
                <a:latin typeface="Arial"/>
                <a:ea typeface="Arial"/>
                <a:cs typeface="Arial"/>
              </a:defRPr>
            </a:lvl2pPr>
            <a:lvl3pPr algn="l">
              <a:buNone/>
              <a:defRPr sz="2250" b="1">
                <a:solidFill>
                  <a:srgbClr val="41CF94"/>
                </a:solidFill>
                <a:latin typeface="Arial"/>
                <a:ea typeface="Arial"/>
                <a:cs typeface="Arial"/>
              </a:defRPr>
            </a:lvl3pPr>
            <a:lvl4pPr algn="l">
              <a:buNone/>
              <a:defRPr sz="2250" b="1">
                <a:solidFill>
                  <a:srgbClr val="41CF94"/>
                </a:solidFill>
                <a:latin typeface="Arial"/>
                <a:ea typeface="Arial"/>
                <a:cs typeface="Arial"/>
              </a:defRPr>
            </a:lvl4pPr>
            <a:lvl5pPr algn="l">
              <a:buNone/>
              <a:defRPr sz="2250" b="1">
                <a:solidFill>
                  <a:srgbClr val="41CF94"/>
                </a:solidFill>
                <a:latin typeface="Arial"/>
                <a:ea typeface="Arial"/>
                <a:cs typeface="Arial"/>
              </a:defRPr>
            </a:lvl5pPr>
            <a:lvl6pPr algn="l">
              <a:buNone/>
              <a:defRPr sz="2250" b="1">
                <a:solidFill>
                  <a:srgbClr val="41CF94"/>
                </a:solidFill>
                <a:latin typeface="Arial"/>
                <a:ea typeface="Arial"/>
                <a:cs typeface="Arial"/>
              </a:defRPr>
            </a:lvl6pPr>
            <a:lvl7pPr algn="l">
              <a:buNone/>
              <a:defRPr sz="2250" b="1">
                <a:solidFill>
                  <a:srgbClr val="41CF94"/>
                </a:solidFill>
                <a:latin typeface="Arial"/>
                <a:ea typeface="Arial"/>
                <a:cs typeface="Arial"/>
              </a:defRPr>
            </a:lvl7pPr>
            <a:lvl8pPr algn="l">
              <a:buNone/>
              <a:defRPr sz="2250" b="1">
                <a:solidFill>
                  <a:srgbClr val="41CF94"/>
                </a:solidFill>
                <a:latin typeface="Arial"/>
                <a:ea typeface="Arial"/>
                <a:cs typeface="Arial"/>
              </a:defRPr>
            </a:lvl8pPr>
            <a:lvl9pPr algn="l">
              <a:buNone/>
              <a:defRPr sz="2250" b="1">
                <a:solidFill>
                  <a:srgbClr val="41CF94"/>
                </a:solidFill>
                <a:latin typeface="Arial"/>
                <a:ea typeface="Arial"/>
                <a:cs typeface="Arial"/>
              </a:defRPr>
            </a:lvl9pPr>
          </a:lstStyle>
          <a:p>
            <a:pPr algn="l">
              <a:lnSpc>
                <a:spcPct val="108000"/>
              </a:lnSpc>
              <a:buNone/>
              <a:defRPr sz="2250" b="1">
                <a:solidFill>
                  <a:srgbClr val="41CF94"/>
                </a:solidFill>
                <a:latin typeface="Arial"/>
                <a:ea typeface="Arial"/>
                <a:cs typeface="Arial"/>
              </a:defRPr>
            </a:pPr>
            <a:r>
              <a:rPr sz="2250" b="1">
                <a:solidFill>
                  <a:srgbClr val="41CF94"/>
                </a:solidFill>
                <a:latin typeface="Arial"/>
                <a:ea typeface="Arial"/>
                <a:cs typeface="Arial"/>
              </a:rPr>
              <a:t>Verified in the project</a:t>
            </a:r>
          </a:p>
        </p:txBody>
      </p:sp>
      <p:sp>
        <p:nvSpPr>
          <p:cNvPr id="5" name="Rectangle 4">
            <a:extLst>
              <a:ext uri="{FF2B5EF4-FFF2-40B4-BE49-F238E27FC236}">
                <a16:creationId xmlns:a16="http://schemas.microsoft.com/office/drawing/2014/main" id="{AAF1EFB8-7F25-42AA-87AA-A7950732CD08}"/>
              </a:ext>
            </a:extLst>
          </p:cNvPr>
          <p:cNvSpPr>
            <a:spLocks noGrp="1"/>
          </p:cNvSpPr>
          <p:nvPr/>
        </p:nvSpPr>
        <p:spPr>
          <a:xfrm>
            <a:off x="666750" y="2095500"/>
            <a:ext cx="4762500" cy="1285875"/>
          </a:xfrm>
          <a:prstGeom prst="rect">
            <a:avLst/>
          </a:prstGeom>
          <a:noFill/>
          <a:ln w="0">
            <a:noFill/>
            <a:prstDash val="solid"/>
          </a:ln>
        </p:spPr>
        <p:txBody>
          <a:bodyPr wrap="square" lIns="0" tIns="0" rIns="0" bIns="0" anchor="t">
            <a:normAutofit/>
          </a:bodyPr>
          <a:lstStyle>
            <a:defPPr algn="l">
              <a:defRPr sz="1650" b="0">
                <a:solidFill>
                  <a:srgbClr val="AFBBCB"/>
                </a:solidFill>
                <a:latin typeface="Arial"/>
                <a:ea typeface="Arial"/>
                <a:cs typeface="Arial"/>
              </a:defRPr>
            </a:defPPr>
            <a:lvl1pPr algn="l">
              <a:buNone/>
              <a:defRPr sz="1650" b="0">
                <a:solidFill>
                  <a:srgbClr val="AFBBCB"/>
                </a:solidFill>
                <a:latin typeface="Arial"/>
                <a:ea typeface="Arial"/>
                <a:cs typeface="Arial"/>
              </a:defRPr>
            </a:lvl1pPr>
            <a:lvl2pPr algn="l">
              <a:buNone/>
              <a:defRPr sz="1650" b="0">
                <a:solidFill>
                  <a:srgbClr val="AFBBCB"/>
                </a:solidFill>
                <a:latin typeface="Arial"/>
                <a:ea typeface="Arial"/>
                <a:cs typeface="Arial"/>
              </a:defRPr>
            </a:lvl2pPr>
            <a:lvl3pPr algn="l">
              <a:buNone/>
              <a:defRPr sz="1650" b="0">
                <a:solidFill>
                  <a:srgbClr val="AFBBCB"/>
                </a:solidFill>
                <a:latin typeface="Arial"/>
                <a:ea typeface="Arial"/>
                <a:cs typeface="Arial"/>
              </a:defRPr>
            </a:lvl3pPr>
            <a:lvl4pPr algn="l">
              <a:buNone/>
              <a:defRPr sz="1650" b="0">
                <a:solidFill>
                  <a:srgbClr val="AFBBCB"/>
                </a:solidFill>
                <a:latin typeface="Arial"/>
                <a:ea typeface="Arial"/>
                <a:cs typeface="Arial"/>
              </a:defRPr>
            </a:lvl4pPr>
            <a:lvl5pPr algn="l">
              <a:buNone/>
              <a:defRPr sz="1650" b="0">
                <a:solidFill>
                  <a:srgbClr val="AFBBCB"/>
                </a:solidFill>
                <a:latin typeface="Arial"/>
                <a:ea typeface="Arial"/>
                <a:cs typeface="Arial"/>
              </a:defRPr>
            </a:lvl5pPr>
            <a:lvl6pPr algn="l">
              <a:buNone/>
              <a:defRPr sz="1650" b="0">
                <a:solidFill>
                  <a:srgbClr val="AFBBCB"/>
                </a:solidFill>
                <a:latin typeface="Arial"/>
                <a:ea typeface="Arial"/>
                <a:cs typeface="Arial"/>
              </a:defRPr>
            </a:lvl6pPr>
            <a:lvl7pPr algn="l">
              <a:buNone/>
              <a:defRPr sz="1650" b="0">
                <a:solidFill>
                  <a:srgbClr val="AFBBCB"/>
                </a:solidFill>
                <a:latin typeface="Arial"/>
                <a:ea typeface="Arial"/>
                <a:cs typeface="Arial"/>
              </a:defRPr>
            </a:lvl7pPr>
            <a:lvl8pPr algn="l">
              <a:buNone/>
              <a:defRPr sz="1650" b="0">
                <a:solidFill>
                  <a:srgbClr val="AFBBCB"/>
                </a:solidFill>
                <a:latin typeface="Arial"/>
                <a:ea typeface="Arial"/>
                <a:cs typeface="Arial"/>
              </a:defRPr>
            </a:lvl8pPr>
            <a:lvl9pPr algn="l">
              <a:buNone/>
              <a:defRPr sz="1650" b="0">
                <a:solidFill>
                  <a:srgbClr val="AFBBCB"/>
                </a:solidFill>
                <a:latin typeface="Arial"/>
                <a:ea typeface="Arial"/>
                <a:cs typeface="Arial"/>
              </a:defRPr>
            </a:lvl9pPr>
          </a:lstStyle>
          <a:p>
            <a:pPr algn="l">
              <a:lnSpc>
                <a:spcPct val="108000"/>
              </a:lnSpc>
              <a:buNone/>
              <a:defRPr sz="1650" b="0">
                <a:solidFill>
                  <a:srgbClr val="AFBBCB"/>
                </a:solidFill>
                <a:latin typeface="Arial"/>
                <a:ea typeface="Arial"/>
                <a:cs typeface="Arial"/>
              </a:defRPr>
            </a:pPr>
            <a:r>
              <a:rPr sz="1650" b="0">
                <a:solidFill>
                  <a:srgbClr val="AFBBCB"/>
                </a:solidFill>
                <a:latin typeface="Arial"/>
                <a:ea typeface="Arial"/>
                <a:cs typeface="Arial"/>
              </a:rPr>
              <a:t>Search tests check score agreement, legal moves, board restoration, trace integrity, FEN validation, terminal positions, progress, and cancellation.</a:t>
            </a:r>
          </a:p>
        </p:txBody>
      </p:sp>
      <p:sp>
        <p:nvSpPr>
          <p:cNvPr id="6" name="Rectangle 5">
            <a:extLst>
              <a:ext uri="{FF2B5EF4-FFF2-40B4-BE49-F238E27FC236}">
                <a16:creationId xmlns:a16="http://schemas.microsoft.com/office/drawing/2014/main" id="{342DA818-0A57-4015-A82C-BEF158227CF3}"/>
              </a:ext>
            </a:extLst>
          </p:cNvPr>
          <p:cNvSpPr>
            <a:spLocks noGrp="1"/>
          </p:cNvSpPr>
          <p:nvPr/>
        </p:nvSpPr>
        <p:spPr>
          <a:xfrm>
            <a:off x="666750" y="3714750"/>
            <a:ext cx="4762500" cy="1123950"/>
          </a:xfrm>
          <a:prstGeom prst="rect">
            <a:avLst/>
          </a:prstGeom>
          <a:noFill/>
          <a:ln w="0">
            <a:noFill/>
            <a:prstDash val="solid"/>
          </a:ln>
        </p:spPr>
        <p:txBody>
          <a:bodyPr wrap="square" lIns="0" tIns="0" rIns="0" bIns="0" anchor="t">
            <a:normAutofit/>
          </a:bodyPr>
          <a:lstStyle>
            <a:defPPr algn="l">
              <a:defRPr sz="1650" b="0">
                <a:solidFill>
                  <a:srgbClr val="AFBBCB"/>
                </a:solidFill>
                <a:latin typeface="Arial"/>
                <a:ea typeface="Arial"/>
                <a:cs typeface="Arial"/>
              </a:defRPr>
            </a:defPPr>
            <a:lvl1pPr algn="l">
              <a:buNone/>
              <a:defRPr sz="1650" b="0">
                <a:solidFill>
                  <a:srgbClr val="AFBBCB"/>
                </a:solidFill>
                <a:latin typeface="Arial"/>
                <a:ea typeface="Arial"/>
                <a:cs typeface="Arial"/>
              </a:defRPr>
            </a:lvl1pPr>
            <a:lvl2pPr algn="l">
              <a:buNone/>
              <a:defRPr sz="1650" b="0">
                <a:solidFill>
                  <a:srgbClr val="AFBBCB"/>
                </a:solidFill>
                <a:latin typeface="Arial"/>
                <a:ea typeface="Arial"/>
                <a:cs typeface="Arial"/>
              </a:defRPr>
            </a:lvl2pPr>
            <a:lvl3pPr algn="l">
              <a:buNone/>
              <a:defRPr sz="1650" b="0">
                <a:solidFill>
                  <a:srgbClr val="AFBBCB"/>
                </a:solidFill>
                <a:latin typeface="Arial"/>
                <a:ea typeface="Arial"/>
                <a:cs typeface="Arial"/>
              </a:defRPr>
            </a:lvl3pPr>
            <a:lvl4pPr algn="l">
              <a:buNone/>
              <a:defRPr sz="1650" b="0">
                <a:solidFill>
                  <a:srgbClr val="AFBBCB"/>
                </a:solidFill>
                <a:latin typeface="Arial"/>
                <a:ea typeface="Arial"/>
                <a:cs typeface="Arial"/>
              </a:defRPr>
            </a:lvl4pPr>
            <a:lvl5pPr algn="l">
              <a:buNone/>
              <a:defRPr sz="1650" b="0">
                <a:solidFill>
                  <a:srgbClr val="AFBBCB"/>
                </a:solidFill>
                <a:latin typeface="Arial"/>
                <a:ea typeface="Arial"/>
                <a:cs typeface="Arial"/>
              </a:defRPr>
            </a:lvl5pPr>
            <a:lvl6pPr algn="l">
              <a:buNone/>
              <a:defRPr sz="1650" b="0">
                <a:solidFill>
                  <a:srgbClr val="AFBBCB"/>
                </a:solidFill>
                <a:latin typeface="Arial"/>
                <a:ea typeface="Arial"/>
                <a:cs typeface="Arial"/>
              </a:defRPr>
            </a:lvl6pPr>
            <a:lvl7pPr algn="l">
              <a:buNone/>
              <a:defRPr sz="1650" b="0">
                <a:solidFill>
                  <a:srgbClr val="AFBBCB"/>
                </a:solidFill>
                <a:latin typeface="Arial"/>
                <a:ea typeface="Arial"/>
                <a:cs typeface="Arial"/>
              </a:defRPr>
            </a:lvl7pPr>
            <a:lvl8pPr algn="l">
              <a:buNone/>
              <a:defRPr sz="1650" b="0">
                <a:solidFill>
                  <a:srgbClr val="AFBBCB"/>
                </a:solidFill>
                <a:latin typeface="Arial"/>
                <a:ea typeface="Arial"/>
                <a:cs typeface="Arial"/>
              </a:defRPr>
            </a:lvl8pPr>
            <a:lvl9pPr algn="l">
              <a:buNone/>
              <a:defRPr sz="1650" b="0">
                <a:solidFill>
                  <a:srgbClr val="AFBBCB"/>
                </a:solidFill>
                <a:latin typeface="Arial"/>
                <a:ea typeface="Arial"/>
                <a:cs typeface="Arial"/>
              </a:defRPr>
            </a:lvl9pPr>
          </a:lstStyle>
          <a:p>
            <a:pPr algn="l">
              <a:lnSpc>
                <a:spcPct val="108000"/>
              </a:lnSpc>
              <a:buNone/>
              <a:defRPr sz="1650" b="0">
                <a:solidFill>
                  <a:srgbClr val="AFBBCB"/>
                </a:solidFill>
                <a:latin typeface="Arial"/>
                <a:ea typeface="Arial"/>
                <a:cs typeface="Arial"/>
              </a:defRPr>
            </a:pPr>
            <a:r>
              <a:rPr sz="1650" b="0">
                <a:solidFill>
                  <a:srgbClr val="AFBBCB"/>
                </a:solidFill>
                <a:latin typeface="Arial"/>
                <a:ea typeface="Arial"/>
                <a:cs typeface="Arial"/>
              </a:rPr>
              <a:t>Game tests check move legality, SAN history, material balance, new games, and undo. Stockfish integration was also exercised.</a:t>
            </a:r>
          </a:p>
        </p:txBody>
      </p:sp>
      <p:sp>
        <p:nvSpPr>
          <p:cNvPr id="7" name="Rectangle 6">
            <a:extLst>
              <a:ext uri="{FF2B5EF4-FFF2-40B4-BE49-F238E27FC236}">
                <a16:creationId xmlns:a16="http://schemas.microsoft.com/office/drawing/2014/main" id="{9E429390-8B84-4B0E-9510-BBFB37E3A8E1}"/>
              </a:ext>
            </a:extLst>
          </p:cNvPr>
          <p:cNvSpPr>
            <a:spLocks noGrp="1"/>
          </p:cNvSpPr>
          <p:nvPr/>
        </p:nvSpPr>
        <p:spPr>
          <a:xfrm>
            <a:off x="6334125" y="1524000"/>
            <a:ext cx="4762500" cy="400050"/>
          </a:xfrm>
          <a:prstGeom prst="rect">
            <a:avLst/>
          </a:prstGeom>
          <a:noFill/>
          <a:ln w="0">
            <a:noFill/>
            <a:prstDash val="solid"/>
          </a:ln>
        </p:spPr>
        <p:txBody>
          <a:bodyPr wrap="square" lIns="0" tIns="0" rIns="0" bIns="0" anchor="t">
            <a:normAutofit/>
          </a:bodyPr>
          <a:lstStyle>
            <a:defPPr algn="l">
              <a:defRPr sz="2250" b="1">
                <a:solidFill>
                  <a:srgbClr val="FFC658"/>
                </a:solidFill>
                <a:latin typeface="Arial"/>
                <a:ea typeface="Arial"/>
                <a:cs typeface="Arial"/>
              </a:defRPr>
            </a:defPPr>
            <a:lvl1pPr algn="l">
              <a:buNone/>
              <a:defRPr sz="2250" b="1">
                <a:solidFill>
                  <a:srgbClr val="FFC658"/>
                </a:solidFill>
                <a:latin typeface="Arial"/>
                <a:ea typeface="Arial"/>
                <a:cs typeface="Arial"/>
              </a:defRPr>
            </a:lvl1pPr>
            <a:lvl2pPr algn="l">
              <a:buNone/>
              <a:defRPr sz="2250" b="1">
                <a:solidFill>
                  <a:srgbClr val="FFC658"/>
                </a:solidFill>
                <a:latin typeface="Arial"/>
                <a:ea typeface="Arial"/>
                <a:cs typeface="Arial"/>
              </a:defRPr>
            </a:lvl2pPr>
            <a:lvl3pPr algn="l">
              <a:buNone/>
              <a:defRPr sz="2250" b="1">
                <a:solidFill>
                  <a:srgbClr val="FFC658"/>
                </a:solidFill>
                <a:latin typeface="Arial"/>
                <a:ea typeface="Arial"/>
                <a:cs typeface="Arial"/>
              </a:defRPr>
            </a:lvl3pPr>
            <a:lvl4pPr algn="l">
              <a:buNone/>
              <a:defRPr sz="2250" b="1">
                <a:solidFill>
                  <a:srgbClr val="FFC658"/>
                </a:solidFill>
                <a:latin typeface="Arial"/>
                <a:ea typeface="Arial"/>
                <a:cs typeface="Arial"/>
              </a:defRPr>
            </a:lvl4pPr>
            <a:lvl5pPr algn="l">
              <a:buNone/>
              <a:defRPr sz="2250" b="1">
                <a:solidFill>
                  <a:srgbClr val="FFC658"/>
                </a:solidFill>
                <a:latin typeface="Arial"/>
                <a:ea typeface="Arial"/>
                <a:cs typeface="Arial"/>
              </a:defRPr>
            </a:lvl5pPr>
            <a:lvl6pPr algn="l">
              <a:buNone/>
              <a:defRPr sz="2250" b="1">
                <a:solidFill>
                  <a:srgbClr val="FFC658"/>
                </a:solidFill>
                <a:latin typeface="Arial"/>
                <a:ea typeface="Arial"/>
                <a:cs typeface="Arial"/>
              </a:defRPr>
            </a:lvl6pPr>
            <a:lvl7pPr algn="l">
              <a:buNone/>
              <a:defRPr sz="2250" b="1">
                <a:solidFill>
                  <a:srgbClr val="FFC658"/>
                </a:solidFill>
                <a:latin typeface="Arial"/>
                <a:ea typeface="Arial"/>
                <a:cs typeface="Arial"/>
              </a:defRPr>
            </a:lvl7pPr>
            <a:lvl8pPr algn="l">
              <a:buNone/>
              <a:defRPr sz="2250" b="1">
                <a:solidFill>
                  <a:srgbClr val="FFC658"/>
                </a:solidFill>
                <a:latin typeface="Arial"/>
                <a:ea typeface="Arial"/>
                <a:cs typeface="Arial"/>
              </a:defRPr>
            </a:lvl8pPr>
            <a:lvl9pPr algn="l">
              <a:buNone/>
              <a:defRPr sz="2250" b="1">
                <a:solidFill>
                  <a:srgbClr val="FFC658"/>
                </a:solidFill>
                <a:latin typeface="Arial"/>
                <a:ea typeface="Arial"/>
                <a:cs typeface="Arial"/>
              </a:defRPr>
            </a:lvl9pPr>
          </a:lstStyle>
          <a:p>
            <a:pPr algn="l">
              <a:lnSpc>
                <a:spcPct val="108000"/>
              </a:lnSpc>
              <a:buNone/>
              <a:defRPr sz="2250" b="1">
                <a:solidFill>
                  <a:srgbClr val="FFC658"/>
                </a:solidFill>
                <a:latin typeface="Arial"/>
                <a:ea typeface="Arial"/>
                <a:cs typeface="Arial"/>
              </a:defRPr>
            </a:pPr>
            <a:r>
              <a:rPr sz="2250" b="1">
                <a:solidFill>
                  <a:srgbClr val="FFC658"/>
                </a:solidFill>
                <a:latin typeface="Arial"/>
                <a:ea typeface="Arial"/>
                <a:cs typeface="Arial"/>
              </a:rPr>
              <a:t>Current limits</a:t>
            </a:r>
          </a:p>
        </p:txBody>
      </p:sp>
      <p:sp>
        <p:nvSpPr>
          <p:cNvPr id="8" name="Rectangle 7">
            <a:extLst>
              <a:ext uri="{FF2B5EF4-FFF2-40B4-BE49-F238E27FC236}">
                <a16:creationId xmlns:a16="http://schemas.microsoft.com/office/drawing/2014/main" id="{37138B82-8E89-4C07-BB01-B5D53F31497D}"/>
              </a:ext>
            </a:extLst>
          </p:cNvPr>
          <p:cNvSpPr>
            <a:spLocks noGrp="1"/>
          </p:cNvSpPr>
          <p:nvPr/>
        </p:nvSpPr>
        <p:spPr>
          <a:xfrm>
            <a:off x="6334125" y="2095500"/>
            <a:ext cx="4762500" cy="1181100"/>
          </a:xfrm>
          <a:prstGeom prst="rect">
            <a:avLst/>
          </a:prstGeom>
          <a:noFill/>
          <a:ln w="0">
            <a:noFill/>
            <a:prstDash val="solid"/>
          </a:ln>
        </p:spPr>
        <p:txBody>
          <a:bodyPr wrap="square" lIns="0" tIns="0" rIns="0" bIns="0" anchor="t">
            <a:normAutofit/>
          </a:bodyPr>
          <a:lstStyle>
            <a:defPPr algn="l">
              <a:defRPr sz="1650" b="0">
                <a:solidFill>
                  <a:srgbClr val="AFBBCB"/>
                </a:solidFill>
                <a:latin typeface="Arial"/>
                <a:ea typeface="Arial"/>
                <a:cs typeface="Arial"/>
              </a:defRPr>
            </a:defPPr>
            <a:lvl1pPr algn="l">
              <a:buNone/>
              <a:defRPr sz="1650" b="0">
                <a:solidFill>
                  <a:srgbClr val="AFBBCB"/>
                </a:solidFill>
                <a:latin typeface="Arial"/>
                <a:ea typeface="Arial"/>
                <a:cs typeface="Arial"/>
              </a:defRPr>
            </a:lvl1pPr>
            <a:lvl2pPr algn="l">
              <a:buNone/>
              <a:defRPr sz="1650" b="0">
                <a:solidFill>
                  <a:srgbClr val="AFBBCB"/>
                </a:solidFill>
                <a:latin typeface="Arial"/>
                <a:ea typeface="Arial"/>
                <a:cs typeface="Arial"/>
              </a:defRPr>
            </a:lvl2pPr>
            <a:lvl3pPr algn="l">
              <a:buNone/>
              <a:defRPr sz="1650" b="0">
                <a:solidFill>
                  <a:srgbClr val="AFBBCB"/>
                </a:solidFill>
                <a:latin typeface="Arial"/>
                <a:ea typeface="Arial"/>
                <a:cs typeface="Arial"/>
              </a:defRPr>
            </a:lvl3pPr>
            <a:lvl4pPr algn="l">
              <a:buNone/>
              <a:defRPr sz="1650" b="0">
                <a:solidFill>
                  <a:srgbClr val="AFBBCB"/>
                </a:solidFill>
                <a:latin typeface="Arial"/>
                <a:ea typeface="Arial"/>
                <a:cs typeface="Arial"/>
              </a:defRPr>
            </a:lvl4pPr>
            <a:lvl5pPr algn="l">
              <a:buNone/>
              <a:defRPr sz="1650" b="0">
                <a:solidFill>
                  <a:srgbClr val="AFBBCB"/>
                </a:solidFill>
                <a:latin typeface="Arial"/>
                <a:ea typeface="Arial"/>
                <a:cs typeface="Arial"/>
              </a:defRPr>
            </a:lvl5pPr>
            <a:lvl6pPr algn="l">
              <a:buNone/>
              <a:defRPr sz="1650" b="0">
                <a:solidFill>
                  <a:srgbClr val="AFBBCB"/>
                </a:solidFill>
                <a:latin typeface="Arial"/>
                <a:ea typeface="Arial"/>
                <a:cs typeface="Arial"/>
              </a:defRPr>
            </a:lvl6pPr>
            <a:lvl7pPr algn="l">
              <a:buNone/>
              <a:defRPr sz="1650" b="0">
                <a:solidFill>
                  <a:srgbClr val="AFBBCB"/>
                </a:solidFill>
                <a:latin typeface="Arial"/>
                <a:ea typeface="Arial"/>
                <a:cs typeface="Arial"/>
              </a:defRPr>
            </a:lvl7pPr>
            <a:lvl8pPr algn="l">
              <a:buNone/>
              <a:defRPr sz="1650" b="0">
                <a:solidFill>
                  <a:srgbClr val="AFBBCB"/>
                </a:solidFill>
                <a:latin typeface="Arial"/>
                <a:ea typeface="Arial"/>
                <a:cs typeface="Arial"/>
              </a:defRPr>
            </a:lvl8pPr>
            <a:lvl9pPr algn="l">
              <a:buNone/>
              <a:defRPr sz="1650" b="0">
                <a:solidFill>
                  <a:srgbClr val="AFBBCB"/>
                </a:solidFill>
                <a:latin typeface="Arial"/>
                <a:ea typeface="Arial"/>
                <a:cs typeface="Arial"/>
              </a:defRPr>
            </a:lvl9pPr>
          </a:lstStyle>
          <a:p>
            <a:pPr algn="l">
              <a:lnSpc>
                <a:spcPct val="108000"/>
              </a:lnSpc>
              <a:buNone/>
              <a:defRPr sz="1650" b="0">
                <a:solidFill>
                  <a:srgbClr val="AFBBCB"/>
                </a:solidFill>
                <a:latin typeface="Arial"/>
                <a:ea typeface="Arial"/>
                <a:cs typeface="Arial"/>
              </a:defRPr>
            </a:pPr>
            <a:r>
              <a:rPr sz="1650" b="0">
                <a:solidFill>
                  <a:srgbClr val="AFBBCB"/>
                </a:solidFill>
                <a:latin typeface="Arial"/>
                <a:ea typeface="Arial"/>
                <a:cs typeface="Arial"/>
              </a:rPr>
              <a:t>Custom search depth is capped at 4. Evaluation is deliberately compact. Stockfish depth and search speed depend on the machine.</a:t>
            </a:r>
          </a:p>
        </p:txBody>
      </p:sp>
      <p:sp>
        <p:nvSpPr>
          <p:cNvPr id="9" name="Rectangle 8">
            <a:extLst>
              <a:ext uri="{FF2B5EF4-FFF2-40B4-BE49-F238E27FC236}">
                <a16:creationId xmlns:a16="http://schemas.microsoft.com/office/drawing/2014/main" id="{4D7D2FD8-6D7F-45A6-B1BE-FD0CDD472968}"/>
              </a:ext>
            </a:extLst>
          </p:cNvPr>
          <p:cNvSpPr>
            <a:spLocks noGrp="1"/>
          </p:cNvSpPr>
          <p:nvPr/>
        </p:nvSpPr>
        <p:spPr>
          <a:xfrm>
            <a:off x="6334125" y="3752850"/>
            <a:ext cx="4762500" cy="400050"/>
          </a:xfrm>
          <a:prstGeom prst="rect">
            <a:avLst/>
          </a:prstGeom>
          <a:noFill/>
          <a:ln w="0">
            <a:noFill/>
            <a:prstDash val="solid"/>
          </a:ln>
        </p:spPr>
        <p:txBody>
          <a:bodyPr wrap="square" lIns="0" tIns="0" rIns="0" bIns="0" anchor="t">
            <a:normAutofit/>
          </a:bodyPr>
          <a:lstStyle>
            <a:defPPr algn="l">
              <a:defRPr sz="2250" b="1">
                <a:solidFill>
                  <a:srgbClr val="5BB1FF"/>
                </a:solidFill>
                <a:latin typeface="Arial"/>
                <a:ea typeface="Arial"/>
                <a:cs typeface="Arial"/>
              </a:defRPr>
            </a:defPPr>
            <a:lvl1pPr algn="l">
              <a:buNone/>
              <a:defRPr sz="2250" b="1">
                <a:solidFill>
                  <a:srgbClr val="5BB1FF"/>
                </a:solidFill>
                <a:latin typeface="Arial"/>
                <a:ea typeface="Arial"/>
                <a:cs typeface="Arial"/>
              </a:defRPr>
            </a:lvl1pPr>
            <a:lvl2pPr algn="l">
              <a:buNone/>
              <a:defRPr sz="2250" b="1">
                <a:solidFill>
                  <a:srgbClr val="5BB1FF"/>
                </a:solidFill>
                <a:latin typeface="Arial"/>
                <a:ea typeface="Arial"/>
                <a:cs typeface="Arial"/>
              </a:defRPr>
            </a:lvl2pPr>
            <a:lvl3pPr algn="l">
              <a:buNone/>
              <a:defRPr sz="2250" b="1">
                <a:solidFill>
                  <a:srgbClr val="5BB1FF"/>
                </a:solidFill>
                <a:latin typeface="Arial"/>
                <a:ea typeface="Arial"/>
                <a:cs typeface="Arial"/>
              </a:defRPr>
            </a:lvl3pPr>
            <a:lvl4pPr algn="l">
              <a:buNone/>
              <a:defRPr sz="2250" b="1">
                <a:solidFill>
                  <a:srgbClr val="5BB1FF"/>
                </a:solidFill>
                <a:latin typeface="Arial"/>
                <a:ea typeface="Arial"/>
                <a:cs typeface="Arial"/>
              </a:defRPr>
            </a:lvl4pPr>
            <a:lvl5pPr algn="l">
              <a:buNone/>
              <a:defRPr sz="2250" b="1">
                <a:solidFill>
                  <a:srgbClr val="5BB1FF"/>
                </a:solidFill>
                <a:latin typeface="Arial"/>
                <a:ea typeface="Arial"/>
                <a:cs typeface="Arial"/>
              </a:defRPr>
            </a:lvl5pPr>
            <a:lvl6pPr algn="l">
              <a:buNone/>
              <a:defRPr sz="2250" b="1">
                <a:solidFill>
                  <a:srgbClr val="5BB1FF"/>
                </a:solidFill>
                <a:latin typeface="Arial"/>
                <a:ea typeface="Arial"/>
                <a:cs typeface="Arial"/>
              </a:defRPr>
            </a:lvl6pPr>
            <a:lvl7pPr algn="l">
              <a:buNone/>
              <a:defRPr sz="2250" b="1">
                <a:solidFill>
                  <a:srgbClr val="5BB1FF"/>
                </a:solidFill>
                <a:latin typeface="Arial"/>
                <a:ea typeface="Arial"/>
                <a:cs typeface="Arial"/>
              </a:defRPr>
            </a:lvl7pPr>
            <a:lvl8pPr algn="l">
              <a:buNone/>
              <a:defRPr sz="2250" b="1">
                <a:solidFill>
                  <a:srgbClr val="5BB1FF"/>
                </a:solidFill>
                <a:latin typeface="Arial"/>
                <a:ea typeface="Arial"/>
                <a:cs typeface="Arial"/>
              </a:defRPr>
            </a:lvl8pPr>
            <a:lvl9pPr algn="l">
              <a:buNone/>
              <a:defRPr sz="2250" b="1">
                <a:solidFill>
                  <a:srgbClr val="5BB1FF"/>
                </a:solidFill>
                <a:latin typeface="Arial"/>
                <a:ea typeface="Arial"/>
                <a:cs typeface="Arial"/>
              </a:defRPr>
            </a:lvl9pPr>
          </a:lstStyle>
          <a:p>
            <a:pPr algn="l">
              <a:lnSpc>
                <a:spcPct val="108000"/>
              </a:lnSpc>
              <a:buNone/>
              <a:defRPr sz="2250" b="1">
                <a:solidFill>
                  <a:srgbClr val="5BB1FF"/>
                </a:solidFill>
                <a:latin typeface="Arial"/>
                <a:ea typeface="Arial"/>
                <a:cs typeface="Arial"/>
              </a:defRPr>
            </a:pPr>
            <a:r>
              <a:rPr sz="2250" b="1">
                <a:solidFill>
                  <a:srgbClr val="5BB1FF"/>
                </a:solidFill>
                <a:latin typeface="Arial"/>
                <a:ea typeface="Arial"/>
                <a:cs typeface="Arial"/>
              </a:rPr>
              <a:t>Possible extensions</a:t>
            </a:r>
          </a:p>
        </p:txBody>
      </p:sp>
      <p:sp>
        <p:nvSpPr>
          <p:cNvPr id="10" name="Rectangle 9">
            <a:extLst>
              <a:ext uri="{FF2B5EF4-FFF2-40B4-BE49-F238E27FC236}">
                <a16:creationId xmlns:a16="http://schemas.microsoft.com/office/drawing/2014/main" id="{237A359D-AFE7-47A9-AE03-0154A03A4E7B}"/>
              </a:ext>
            </a:extLst>
          </p:cNvPr>
          <p:cNvSpPr>
            <a:spLocks noGrp="1"/>
          </p:cNvSpPr>
          <p:nvPr/>
        </p:nvSpPr>
        <p:spPr>
          <a:xfrm>
            <a:off x="6334125" y="4324350"/>
            <a:ext cx="4762500" cy="1066800"/>
          </a:xfrm>
          <a:prstGeom prst="rect">
            <a:avLst/>
          </a:prstGeom>
          <a:noFill/>
          <a:ln w="0">
            <a:noFill/>
            <a:prstDash val="solid"/>
          </a:ln>
        </p:spPr>
        <p:txBody>
          <a:bodyPr wrap="square" lIns="0" tIns="0" rIns="0" bIns="0" anchor="t">
            <a:normAutofit/>
          </a:bodyPr>
          <a:lstStyle>
            <a:defPPr algn="l">
              <a:defRPr sz="1650" b="0">
                <a:solidFill>
                  <a:srgbClr val="AFBBCB"/>
                </a:solidFill>
                <a:latin typeface="Arial"/>
                <a:ea typeface="Arial"/>
                <a:cs typeface="Arial"/>
              </a:defRPr>
            </a:defPPr>
            <a:lvl1pPr algn="l">
              <a:buNone/>
              <a:defRPr sz="1650" b="0">
                <a:solidFill>
                  <a:srgbClr val="AFBBCB"/>
                </a:solidFill>
                <a:latin typeface="Arial"/>
                <a:ea typeface="Arial"/>
                <a:cs typeface="Arial"/>
              </a:defRPr>
            </a:lvl1pPr>
            <a:lvl2pPr algn="l">
              <a:buNone/>
              <a:defRPr sz="1650" b="0">
                <a:solidFill>
                  <a:srgbClr val="AFBBCB"/>
                </a:solidFill>
                <a:latin typeface="Arial"/>
                <a:ea typeface="Arial"/>
                <a:cs typeface="Arial"/>
              </a:defRPr>
            </a:lvl2pPr>
            <a:lvl3pPr algn="l">
              <a:buNone/>
              <a:defRPr sz="1650" b="0">
                <a:solidFill>
                  <a:srgbClr val="AFBBCB"/>
                </a:solidFill>
                <a:latin typeface="Arial"/>
                <a:ea typeface="Arial"/>
                <a:cs typeface="Arial"/>
              </a:defRPr>
            </a:lvl3pPr>
            <a:lvl4pPr algn="l">
              <a:buNone/>
              <a:defRPr sz="1650" b="0">
                <a:solidFill>
                  <a:srgbClr val="AFBBCB"/>
                </a:solidFill>
                <a:latin typeface="Arial"/>
                <a:ea typeface="Arial"/>
                <a:cs typeface="Arial"/>
              </a:defRPr>
            </a:lvl4pPr>
            <a:lvl5pPr algn="l">
              <a:buNone/>
              <a:defRPr sz="1650" b="0">
                <a:solidFill>
                  <a:srgbClr val="AFBBCB"/>
                </a:solidFill>
                <a:latin typeface="Arial"/>
                <a:ea typeface="Arial"/>
                <a:cs typeface="Arial"/>
              </a:defRPr>
            </a:lvl5pPr>
            <a:lvl6pPr algn="l">
              <a:buNone/>
              <a:defRPr sz="1650" b="0">
                <a:solidFill>
                  <a:srgbClr val="AFBBCB"/>
                </a:solidFill>
                <a:latin typeface="Arial"/>
                <a:ea typeface="Arial"/>
                <a:cs typeface="Arial"/>
              </a:defRPr>
            </a:lvl6pPr>
            <a:lvl7pPr algn="l">
              <a:buNone/>
              <a:defRPr sz="1650" b="0">
                <a:solidFill>
                  <a:srgbClr val="AFBBCB"/>
                </a:solidFill>
                <a:latin typeface="Arial"/>
                <a:ea typeface="Arial"/>
                <a:cs typeface="Arial"/>
              </a:defRPr>
            </a:lvl7pPr>
            <a:lvl8pPr algn="l">
              <a:buNone/>
              <a:defRPr sz="1650" b="0">
                <a:solidFill>
                  <a:srgbClr val="AFBBCB"/>
                </a:solidFill>
                <a:latin typeface="Arial"/>
                <a:ea typeface="Arial"/>
                <a:cs typeface="Arial"/>
              </a:defRPr>
            </a:lvl8pPr>
            <a:lvl9pPr algn="l">
              <a:buNone/>
              <a:defRPr sz="1650" b="0">
                <a:solidFill>
                  <a:srgbClr val="AFBBCB"/>
                </a:solidFill>
                <a:latin typeface="Arial"/>
                <a:ea typeface="Arial"/>
                <a:cs typeface="Arial"/>
              </a:defRPr>
            </a:lvl9pPr>
          </a:lstStyle>
          <a:p>
            <a:pPr algn="l">
              <a:lnSpc>
                <a:spcPct val="108000"/>
              </a:lnSpc>
              <a:buNone/>
              <a:defRPr sz="1650" b="0">
                <a:solidFill>
                  <a:srgbClr val="AFBBCB"/>
                </a:solidFill>
                <a:latin typeface="Arial"/>
                <a:ea typeface="Arial"/>
                <a:cs typeface="Arial"/>
              </a:defRPr>
            </a:pPr>
            <a:r>
              <a:rPr sz="1650" b="0">
                <a:solidFill>
                  <a:srgbClr val="AFBBCB"/>
                </a:solidFill>
                <a:latin typeface="Arial"/>
                <a:ea typeface="Arial"/>
                <a:cs typeface="Arial"/>
              </a:rPr>
              <a:t>Add transposition tables, iterative deepening, a richer positional evaluation, and repeatable benchmarks across several FENs.</a:t>
            </a:r>
          </a:p>
        </p:txBody>
      </p:sp>
      <p:sp>
        <p:nvSpPr>
          <p:cNvPr id="11" name="Rectangle 10">
            <a:extLst>
              <a:ext uri="{FF2B5EF4-FFF2-40B4-BE49-F238E27FC236}">
                <a16:creationId xmlns:a16="http://schemas.microsoft.com/office/drawing/2014/main" id="{7B816DE6-ECB1-486B-9ABF-12199713479A}"/>
              </a:ext>
            </a:extLst>
          </p:cNvPr>
          <p:cNvSpPr>
            <a:spLocks noGrp="1"/>
          </p:cNvSpPr>
          <p:nvPr/>
        </p:nvSpPr>
        <p:spPr>
          <a:xfrm>
            <a:off x="666750" y="5829300"/>
            <a:ext cx="10477500" cy="400050"/>
          </a:xfrm>
          <a:prstGeom prst="rect">
            <a:avLst/>
          </a:prstGeom>
          <a:noFill/>
          <a:ln w="0">
            <a:noFill/>
            <a:prstDash val="solid"/>
          </a:ln>
        </p:spPr>
        <p:txBody>
          <a:bodyPr wrap="square" lIns="0" tIns="0" rIns="0" bIns="0" anchor="t">
            <a:normAutofit/>
          </a:bodyPr>
          <a:lstStyle>
            <a:defPPr algn="l">
              <a:defRPr sz="1875" b="1">
                <a:solidFill>
                  <a:srgbClr val="F0F4FA"/>
                </a:solidFill>
                <a:latin typeface="Arial"/>
                <a:ea typeface="Arial"/>
                <a:cs typeface="Arial"/>
              </a:defRPr>
            </a:defPPr>
            <a:lvl1pPr algn="l">
              <a:buNone/>
              <a:defRPr sz="1875" b="1">
                <a:solidFill>
                  <a:srgbClr val="F0F4FA"/>
                </a:solidFill>
                <a:latin typeface="Arial"/>
                <a:ea typeface="Arial"/>
                <a:cs typeface="Arial"/>
              </a:defRPr>
            </a:lvl1pPr>
            <a:lvl2pPr algn="l">
              <a:buNone/>
              <a:defRPr sz="1875" b="1">
                <a:solidFill>
                  <a:srgbClr val="F0F4FA"/>
                </a:solidFill>
                <a:latin typeface="Arial"/>
                <a:ea typeface="Arial"/>
                <a:cs typeface="Arial"/>
              </a:defRPr>
            </a:lvl2pPr>
            <a:lvl3pPr algn="l">
              <a:buNone/>
              <a:defRPr sz="1875" b="1">
                <a:solidFill>
                  <a:srgbClr val="F0F4FA"/>
                </a:solidFill>
                <a:latin typeface="Arial"/>
                <a:ea typeface="Arial"/>
                <a:cs typeface="Arial"/>
              </a:defRPr>
            </a:lvl3pPr>
            <a:lvl4pPr algn="l">
              <a:buNone/>
              <a:defRPr sz="1875" b="1">
                <a:solidFill>
                  <a:srgbClr val="F0F4FA"/>
                </a:solidFill>
                <a:latin typeface="Arial"/>
                <a:ea typeface="Arial"/>
                <a:cs typeface="Arial"/>
              </a:defRPr>
            </a:lvl4pPr>
            <a:lvl5pPr algn="l">
              <a:buNone/>
              <a:defRPr sz="1875" b="1">
                <a:solidFill>
                  <a:srgbClr val="F0F4FA"/>
                </a:solidFill>
                <a:latin typeface="Arial"/>
                <a:ea typeface="Arial"/>
                <a:cs typeface="Arial"/>
              </a:defRPr>
            </a:lvl5pPr>
            <a:lvl6pPr algn="l">
              <a:buNone/>
              <a:defRPr sz="1875" b="1">
                <a:solidFill>
                  <a:srgbClr val="F0F4FA"/>
                </a:solidFill>
                <a:latin typeface="Arial"/>
                <a:ea typeface="Arial"/>
                <a:cs typeface="Arial"/>
              </a:defRPr>
            </a:lvl6pPr>
            <a:lvl7pPr algn="l">
              <a:buNone/>
              <a:defRPr sz="1875" b="1">
                <a:solidFill>
                  <a:srgbClr val="F0F4FA"/>
                </a:solidFill>
                <a:latin typeface="Arial"/>
                <a:ea typeface="Arial"/>
                <a:cs typeface="Arial"/>
              </a:defRPr>
            </a:lvl7pPr>
            <a:lvl8pPr algn="l">
              <a:buNone/>
              <a:defRPr sz="1875" b="1">
                <a:solidFill>
                  <a:srgbClr val="F0F4FA"/>
                </a:solidFill>
                <a:latin typeface="Arial"/>
                <a:ea typeface="Arial"/>
                <a:cs typeface="Arial"/>
              </a:defRPr>
            </a:lvl8pPr>
            <a:lvl9pPr algn="l">
              <a:buNone/>
              <a:defRPr sz="1875" b="1">
                <a:solidFill>
                  <a:srgbClr val="F0F4FA"/>
                </a:solidFill>
                <a:latin typeface="Arial"/>
                <a:ea typeface="Arial"/>
                <a:cs typeface="Arial"/>
              </a:defRPr>
            </a:lvl9pPr>
          </a:lstStyle>
          <a:p>
            <a:pPr algn="l">
              <a:lnSpc>
                <a:spcPct val="108000"/>
              </a:lnSpc>
              <a:buNone/>
              <a:defRPr sz="1875" b="1">
                <a:solidFill>
                  <a:srgbClr val="F0F4FA"/>
                </a:solidFill>
                <a:latin typeface="Arial"/>
                <a:ea typeface="Arial"/>
                <a:cs typeface="Arial"/>
              </a:defRPr>
            </a:pPr>
            <a:r>
              <a:rPr sz="1875" b="1">
                <a:solidFill>
                  <a:srgbClr val="F0F4FA"/>
                </a:solidFill>
                <a:latin typeface="Arial"/>
                <a:ea typeface="Arial"/>
                <a:cs typeface="Arial"/>
              </a:rPr>
              <a:t>Chess Arena makes the cost and behavior of search visible on a real chessboard.</a:t>
            </a:r>
          </a:p>
        </p:txBody>
      </p:sp>
    </p:spTree>
    <p:extLst>
      <p:ext uri="{BB962C8B-B14F-4D97-AF65-F5344CB8AC3E}">
        <p14:creationId xmlns:p14="http://schemas.microsoft.com/office/powerpoint/2010/main" val="878881889"/>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1232</Words>
  <Application>Microsoft Office PowerPoint</Application>
  <DocSecurity>0</DocSecurity>
  <PresentationFormat>Widescreen</PresentationFormat>
  <Paragraphs>109</Paragraphs>
  <Slides>9</Slides>
  <Notes>9</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9</vt:i4>
      </vt:variant>
    </vt:vector>
  </HeadingPairs>
  <TitlesOfParts>
    <vt:vector size="11" baseType="lpstr">
      <vt:lpstr>Arial</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Prince Sharma</cp:lastModifiedBy>
  <cp:revision>1</cp:revision>
  <dcterms:created xsi:type="dcterms:W3CDTF">2026-10-28T15:50:28Z</dcterms:created>
  <dcterms:modified xsi:type="dcterms:W3CDTF">2026-10-28T17:38:17Z</dcterms:modified>
</cp:coreProperties>
</file>